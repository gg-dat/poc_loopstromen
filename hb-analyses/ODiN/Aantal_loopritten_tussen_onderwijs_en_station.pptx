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256" r:id="rId5"/>
    <p:sldId id="272" r:id="rId6"/>
    <p:sldId id="273" r:id="rId7"/>
    <p:sldId id="278" r:id="rId8"/>
    <p:sldId id="281" r:id="rId9"/>
    <p:sldId id="279" r:id="rId10"/>
    <p:sldId id="276" r:id="rId11"/>
    <p:sldId id="277" r:id="rId12"/>
    <p:sldId id="280" r:id="rId13"/>
    <p:sldId id="282" r:id="rId14"/>
    <p:sldId id="283" r:id="rId15"/>
    <p:sldId id="292" r:id="rId16"/>
    <p:sldId id="293" r:id="rId17"/>
    <p:sldId id="284" r:id="rId18"/>
    <p:sldId id="285" r:id="rId19"/>
    <p:sldId id="289" r:id="rId20"/>
    <p:sldId id="299" r:id="rId21"/>
    <p:sldId id="297" r:id="rId22"/>
    <p:sldId id="294" r:id="rId23"/>
    <p:sldId id="286" r:id="rId24"/>
    <p:sldId id="287" r:id="rId25"/>
    <p:sldId id="290" r:id="rId26"/>
    <p:sldId id="296" r:id="rId27"/>
    <p:sldId id="291" r:id="rId28"/>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45F402-6FD2-13AB-EB31-337EA8B3CD3A}" name="Bernike Rijksen" initials="BR" userId="S::BRijksen@dat.nl::3dc54707-e923-4d93-97b4-f78fcf7fa42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4145C"/>
    <a:srgbClr val="E600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2C18F3-40F0-4DD1-9632-234241DD39BA}" v="564" dt="2025-04-29T10:21:48.5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45" autoAdjust="0"/>
    <p:restoredTop sz="94660"/>
  </p:normalViewPr>
  <p:slideViewPr>
    <p:cSldViewPr snapToGrid="0">
      <p:cViewPr varScale="1">
        <p:scale>
          <a:sx n="127" d="100"/>
          <a:sy n="127" d="100"/>
        </p:scale>
        <p:origin x="1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nike Rijksen" userId="3dc54707-e923-4d93-97b4-f78fcf7fa426" providerId="ADAL" clId="{F82C18F3-40F0-4DD1-9632-234241DD39BA}"/>
    <pc:docChg chg="undo redo custSel addSld delSld modSld sldOrd">
      <pc:chgData name="Bernike Rijksen" userId="3dc54707-e923-4d93-97b4-f78fcf7fa426" providerId="ADAL" clId="{F82C18F3-40F0-4DD1-9632-234241DD39BA}" dt="2025-04-29T13:58:16.947" v="11771" actId="1076"/>
      <pc:docMkLst>
        <pc:docMk/>
      </pc:docMkLst>
      <pc:sldChg chg="addSp delSp modSp mod">
        <pc:chgData name="Bernike Rijksen" userId="3dc54707-e923-4d93-97b4-f78fcf7fa426" providerId="ADAL" clId="{F82C18F3-40F0-4DD1-9632-234241DD39BA}" dt="2025-04-18T06:29:53.080" v="6525" actId="20577"/>
        <pc:sldMkLst>
          <pc:docMk/>
          <pc:sldMk cId="2582414499" sldId="272"/>
        </pc:sldMkLst>
        <pc:spChg chg="mod">
          <ac:chgData name="Bernike Rijksen" userId="3dc54707-e923-4d93-97b4-f78fcf7fa426" providerId="ADAL" clId="{F82C18F3-40F0-4DD1-9632-234241DD39BA}" dt="2025-04-18T06:29:53.080" v="6525" actId="20577"/>
          <ac:spMkLst>
            <pc:docMk/>
            <pc:sldMk cId="2582414499" sldId="272"/>
            <ac:spMk id="3" creationId="{02A32A83-E5F6-453A-9705-333E7797DB83}"/>
          </ac:spMkLst>
        </pc:spChg>
        <pc:picChg chg="add mod">
          <ac:chgData name="Bernike Rijksen" userId="3dc54707-e923-4d93-97b4-f78fcf7fa426" providerId="ADAL" clId="{F82C18F3-40F0-4DD1-9632-234241DD39BA}" dt="2025-04-18T06:29:25.242" v="6515" actId="27614"/>
          <ac:picMkLst>
            <pc:docMk/>
            <pc:sldMk cId="2582414499" sldId="272"/>
            <ac:picMk id="5" creationId="{A6C123D5-8AC2-1C44-91D3-D30ED74FF8CE}"/>
          </ac:picMkLst>
        </pc:picChg>
      </pc:sldChg>
      <pc:sldChg chg="modSp mod">
        <pc:chgData name="Bernike Rijksen" userId="3dc54707-e923-4d93-97b4-f78fcf7fa426" providerId="ADAL" clId="{F82C18F3-40F0-4DD1-9632-234241DD39BA}" dt="2025-04-16T12:07:14.157" v="65" actId="20577"/>
        <pc:sldMkLst>
          <pc:docMk/>
          <pc:sldMk cId="1376792102" sldId="273"/>
        </pc:sldMkLst>
        <pc:spChg chg="mod">
          <ac:chgData name="Bernike Rijksen" userId="3dc54707-e923-4d93-97b4-f78fcf7fa426" providerId="ADAL" clId="{F82C18F3-40F0-4DD1-9632-234241DD39BA}" dt="2025-04-16T12:07:14.157" v="65" actId="20577"/>
          <ac:spMkLst>
            <pc:docMk/>
            <pc:sldMk cId="1376792102" sldId="273"/>
            <ac:spMk id="3" creationId="{4EBD1D55-FCBE-4BC5-B33A-059064C623D6}"/>
          </ac:spMkLst>
        </pc:spChg>
      </pc:sldChg>
      <pc:sldChg chg="modSp del mod">
        <pc:chgData name="Bernike Rijksen" userId="3dc54707-e923-4d93-97b4-f78fcf7fa426" providerId="ADAL" clId="{F82C18F3-40F0-4DD1-9632-234241DD39BA}" dt="2025-04-16T13:31:14.369" v="1356" actId="47"/>
        <pc:sldMkLst>
          <pc:docMk/>
          <pc:sldMk cId="1302922231" sldId="274"/>
        </pc:sldMkLst>
      </pc:sldChg>
      <pc:sldChg chg="new del">
        <pc:chgData name="Bernike Rijksen" userId="3dc54707-e923-4d93-97b4-f78fcf7fa426" providerId="ADAL" clId="{F82C18F3-40F0-4DD1-9632-234241DD39BA}" dt="2025-04-16T13:30:31.173" v="1344" actId="47"/>
        <pc:sldMkLst>
          <pc:docMk/>
          <pc:sldMk cId="55117544" sldId="275"/>
        </pc:sldMkLst>
      </pc:sldChg>
      <pc:sldChg chg="new del">
        <pc:chgData name="Bernike Rijksen" userId="3dc54707-e923-4d93-97b4-f78fcf7fa426" providerId="ADAL" clId="{F82C18F3-40F0-4DD1-9632-234241DD39BA}" dt="2025-04-16T13:22:31.877" v="237" actId="680"/>
        <pc:sldMkLst>
          <pc:docMk/>
          <pc:sldMk cId="2080978174" sldId="275"/>
        </pc:sldMkLst>
      </pc:sldChg>
      <pc:sldChg chg="modSp add mod ord">
        <pc:chgData name="Bernike Rijksen" userId="3dc54707-e923-4d93-97b4-f78fcf7fa426" providerId="ADAL" clId="{F82C18F3-40F0-4DD1-9632-234241DD39BA}" dt="2025-04-18T06:17:30.284" v="5952" actId="20577"/>
        <pc:sldMkLst>
          <pc:docMk/>
          <pc:sldMk cId="461295306" sldId="276"/>
        </pc:sldMkLst>
        <pc:spChg chg="mod">
          <ac:chgData name="Bernike Rijksen" userId="3dc54707-e923-4d93-97b4-f78fcf7fa426" providerId="ADAL" clId="{F82C18F3-40F0-4DD1-9632-234241DD39BA}" dt="2025-04-16T13:24:00.907" v="370" actId="20577"/>
          <ac:spMkLst>
            <pc:docMk/>
            <pc:sldMk cId="461295306" sldId="276"/>
            <ac:spMk id="2" creationId="{3CB491E5-D8F3-7807-8587-F0CC7F89A6C2}"/>
          </ac:spMkLst>
        </pc:spChg>
        <pc:spChg chg="mod">
          <ac:chgData name="Bernike Rijksen" userId="3dc54707-e923-4d93-97b4-f78fcf7fa426" providerId="ADAL" clId="{F82C18F3-40F0-4DD1-9632-234241DD39BA}" dt="2025-04-18T06:17:30.284" v="5952" actId="20577"/>
          <ac:spMkLst>
            <pc:docMk/>
            <pc:sldMk cId="461295306" sldId="276"/>
            <ac:spMk id="3" creationId="{3ED25FC6-D838-9E69-15DA-F27AB60ADE74}"/>
          </ac:spMkLst>
        </pc:spChg>
      </pc:sldChg>
      <pc:sldChg chg="addSp delSp modSp new mod">
        <pc:chgData name="Bernike Rijksen" userId="3dc54707-e923-4d93-97b4-f78fcf7fa426" providerId="ADAL" clId="{F82C18F3-40F0-4DD1-9632-234241DD39BA}" dt="2025-04-17T10:57:46.070" v="5782" actId="20577"/>
        <pc:sldMkLst>
          <pc:docMk/>
          <pc:sldMk cId="4063559978" sldId="277"/>
        </pc:sldMkLst>
        <pc:spChg chg="mod">
          <ac:chgData name="Bernike Rijksen" userId="3dc54707-e923-4d93-97b4-f78fcf7fa426" providerId="ADAL" clId="{F82C18F3-40F0-4DD1-9632-234241DD39BA}" dt="2025-04-16T13:24:33.633" v="441" actId="20577"/>
          <ac:spMkLst>
            <pc:docMk/>
            <pc:sldMk cId="4063559978" sldId="277"/>
            <ac:spMk id="2" creationId="{D75A66E8-8CF3-5868-E491-ECA86B8F71F7}"/>
          </ac:spMkLst>
        </pc:spChg>
        <pc:spChg chg="add">
          <ac:chgData name="Bernike Rijksen" userId="3dc54707-e923-4d93-97b4-f78fcf7fa426" providerId="ADAL" clId="{F82C18F3-40F0-4DD1-9632-234241DD39BA}" dt="2025-04-17T08:13:21.512" v="3744"/>
          <ac:spMkLst>
            <pc:docMk/>
            <pc:sldMk cId="4063559978" sldId="277"/>
            <ac:spMk id="7" creationId="{ED6DA80D-171C-F6D1-D206-0EA7BBEBE167}"/>
          </ac:spMkLst>
        </pc:spChg>
        <pc:spChg chg="add mod">
          <ac:chgData name="Bernike Rijksen" userId="3dc54707-e923-4d93-97b4-f78fcf7fa426" providerId="ADAL" clId="{F82C18F3-40F0-4DD1-9632-234241DD39BA}" dt="2025-04-17T10:57:46.070" v="5782" actId="20577"/>
          <ac:spMkLst>
            <pc:docMk/>
            <pc:sldMk cId="4063559978" sldId="277"/>
            <ac:spMk id="10" creationId="{A408B786-6EA4-F525-C8B3-2EA8E0D46C3D}"/>
          </ac:spMkLst>
        </pc:spChg>
        <pc:picChg chg="add mod">
          <ac:chgData name="Bernike Rijksen" userId="3dc54707-e923-4d93-97b4-f78fcf7fa426" providerId="ADAL" clId="{F82C18F3-40F0-4DD1-9632-234241DD39BA}" dt="2025-04-17T08:18:43.632" v="4309" actId="1076"/>
          <ac:picMkLst>
            <pc:docMk/>
            <pc:sldMk cId="4063559978" sldId="277"/>
            <ac:picMk id="9" creationId="{04C4277D-F4D9-EA1A-2746-CAB66EE36255}"/>
          </ac:picMkLst>
        </pc:picChg>
      </pc:sldChg>
      <pc:sldChg chg="addSp delSp modSp new mod ord modClrScheme chgLayout">
        <pc:chgData name="Bernike Rijksen" userId="3dc54707-e923-4d93-97b4-f78fcf7fa426" providerId="ADAL" clId="{F82C18F3-40F0-4DD1-9632-234241DD39BA}" dt="2025-04-18T06:30:37.719" v="6533" actId="20577"/>
        <pc:sldMkLst>
          <pc:docMk/>
          <pc:sldMk cId="1973047999" sldId="278"/>
        </pc:sldMkLst>
        <pc:spChg chg="mod">
          <ac:chgData name="Bernike Rijksen" userId="3dc54707-e923-4d93-97b4-f78fcf7fa426" providerId="ADAL" clId="{F82C18F3-40F0-4DD1-9632-234241DD39BA}" dt="2025-04-17T08:21:51.173" v="4385" actId="26606"/>
          <ac:spMkLst>
            <pc:docMk/>
            <pc:sldMk cId="1973047999" sldId="278"/>
            <ac:spMk id="2" creationId="{489FC18D-F180-10F3-C9DF-A010729BB953}"/>
          </ac:spMkLst>
        </pc:spChg>
        <pc:spChg chg="add del mod">
          <ac:chgData name="Bernike Rijksen" userId="3dc54707-e923-4d93-97b4-f78fcf7fa426" providerId="ADAL" clId="{F82C18F3-40F0-4DD1-9632-234241DD39BA}" dt="2025-04-18T06:30:37.719" v="6533" actId="20577"/>
          <ac:spMkLst>
            <pc:docMk/>
            <pc:sldMk cId="1973047999" sldId="278"/>
            <ac:spMk id="3" creationId="{00F358A8-6D0D-40E5-AF63-FF5B8C4E4547}"/>
          </ac:spMkLst>
        </pc:spChg>
        <pc:spChg chg="mod">
          <ac:chgData name="Bernike Rijksen" userId="3dc54707-e923-4d93-97b4-f78fcf7fa426" providerId="ADAL" clId="{F82C18F3-40F0-4DD1-9632-234241DD39BA}" dt="2025-04-17T08:21:51.173" v="4385" actId="26606"/>
          <ac:spMkLst>
            <pc:docMk/>
            <pc:sldMk cId="1973047999" sldId="278"/>
            <ac:spMk id="4" creationId="{904535F4-A936-B18E-C2D1-F8CDF25F88F4}"/>
          </ac:spMkLst>
        </pc:spChg>
        <pc:spChg chg="add del">
          <ac:chgData name="Bernike Rijksen" userId="3dc54707-e923-4d93-97b4-f78fcf7fa426" providerId="ADAL" clId="{F82C18F3-40F0-4DD1-9632-234241DD39BA}" dt="2025-04-17T08:21:51.173" v="4385" actId="26606"/>
          <ac:spMkLst>
            <pc:docMk/>
            <pc:sldMk cId="1973047999" sldId="278"/>
            <ac:spMk id="5" creationId="{6FABCFCE-8E15-0128-6B27-71B5E389283A}"/>
          </ac:spMkLst>
        </pc:spChg>
        <pc:spChg chg="mod">
          <ac:chgData name="Bernike Rijksen" userId="3dc54707-e923-4d93-97b4-f78fcf7fa426" providerId="ADAL" clId="{F82C18F3-40F0-4DD1-9632-234241DD39BA}" dt="2025-04-17T08:21:51.173" v="4385" actId="26606"/>
          <ac:spMkLst>
            <pc:docMk/>
            <pc:sldMk cId="1973047999" sldId="278"/>
            <ac:spMk id="6" creationId="{EBF1D74C-6E64-FCA7-AC7B-B3432AF3EB76}"/>
          </ac:spMkLst>
        </pc:spChg>
      </pc:sldChg>
      <pc:sldChg chg="addSp delSp modSp new mod">
        <pc:chgData name="Bernike Rijksen" userId="3dc54707-e923-4d93-97b4-f78fcf7fa426" providerId="ADAL" clId="{F82C18F3-40F0-4DD1-9632-234241DD39BA}" dt="2025-04-16T13:56:04.006" v="2592" actId="20577"/>
        <pc:sldMkLst>
          <pc:docMk/>
          <pc:sldMk cId="2722345084" sldId="279"/>
        </pc:sldMkLst>
        <pc:spChg chg="mod">
          <ac:chgData name="Bernike Rijksen" userId="3dc54707-e923-4d93-97b4-f78fcf7fa426" providerId="ADAL" clId="{F82C18F3-40F0-4DD1-9632-234241DD39BA}" dt="2025-04-16T13:54:12.073" v="2476" actId="20577"/>
          <ac:spMkLst>
            <pc:docMk/>
            <pc:sldMk cId="2722345084" sldId="279"/>
            <ac:spMk id="2" creationId="{B3445496-DA65-6F6B-131F-11D3AAD69C63}"/>
          </ac:spMkLst>
        </pc:spChg>
        <pc:spChg chg="add mod">
          <ac:chgData name="Bernike Rijksen" userId="3dc54707-e923-4d93-97b4-f78fcf7fa426" providerId="ADAL" clId="{F82C18F3-40F0-4DD1-9632-234241DD39BA}" dt="2025-04-16T13:56:04.006" v="2592" actId="20577"/>
          <ac:spMkLst>
            <pc:docMk/>
            <pc:sldMk cId="2722345084" sldId="279"/>
            <ac:spMk id="13" creationId="{1CBDCB83-5AA7-B412-D8E1-CFC2CCBAF1D1}"/>
          </ac:spMkLst>
        </pc:spChg>
        <pc:picChg chg="add mod modCrop">
          <ac:chgData name="Bernike Rijksen" userId="3dc54707-e923-4d93-97b4-f78fcf7fa426" providerId="ADAL" clId="{F82C18F3-40F0-4DD1-9632-234241DD39BA}" dt="2025-04-16T13:44:39.871" v="2070" actId="732"/>
          <ac:picMkLst>
            <pc:docMk/>
            <pc:sldMk cId="2722345084" sldId="279"/>
            <ac:picMk id="11" creationId="{B04F7F98-6248-77DC-FF9B-B633762E29C3}"/>
          </ac:picMkLst>
        </pc:picChg>
      </pc:sldChg>
      <pc:sldChg chg="addSp delSp modSp new mod">
        <pc:chgData name="Bernike Rijksen" userId="3dc54707-e923-4d93-97b4-f78fcf7fa426" providerId="ADAL" clId="{F82C18F3-40F0-4DD1-9632-234241DD39BA}" dt="2025-04-18T06:18:51.577" v="6020" actId="20577"/>
        <pc:sldMkLst>
          <pc:docMk/>
          <pc:sldMk cId="2806841838" sldId="280"/>
        </pc:sldMkLst>
        <pc:spChg chg="mod">
          <ac:chgData name="Bernike Rijksen" userId="3dc54707-e923-4d93-97b4-f78fcf7fa426" providerId="ADAL" clId="{F82C18F3-40F0-4DD1-9632-234241DD39BA}" dt="2025-04-17T08:42:06.907" v="4495" actId="20577"/>
          <ac:spMkLst>
            <pc:docMk/>
            <pc:sldMk cId="2806841838" sldId="280"/>
            <ac:spMk id="2" creationId="{1DBA3409-F09F-F970-EAB5-B92DD3CFB3B2}"/>
          </ac:spMkLst>
        </pc:spChg>
        <pc:spChg chg="mod">
          <ac:chgData name="Bernike Rijksen" userId="3dc54707-e923-4d93-97b4-f78fcf7fa426" providerId="ADAL" clId="{F82C18F3-40F0-4DD1-9632-234241DD39BA}" dt="2025-04-18T06:18:51.577" v="6020" actId="20577"/>
          <ac:spMkLst>
            <pc:docMk/>
            <pc:sldMk cId="2806841838" sldId="280"/>
            <ac:spMk id="3" creationId="{CEDB721F-D3D8-E84A-751C-A4C6AF06603E}"/>
          </ac:spMkLst>
        </pc:spChg>
        <pc:spChg chg="add mod">
          <ac:chgData name="Bernike Rijksen" userId="3dc54707-e923-4d93-97b4-f78fcf7fa426" providerId="ADAL" clId="{F82C18F3-40F0-4DD1-9632-234241DD39BA}" dt="2025-04-17T10:05:37.445" v="5695" actId="20577"/>
          <ac:spMkLst>
            <pc:docMk/>
            <pc:sldMk cId="2806841838" sldId="280"/>
            <ac:spMk id="7" creationId="{FE68F202-758B-D03E-0C69-0ADE27A08FEE}"/>
          </ac:spMkLst>
        </pc:spChg>
        <pc:picChg chg="add mod">
          <ac:chgData name="Bernike Rijksen" userId="3dc54707-e923-4d93-97b4-f78fcf7fa426" providerId="ADAL" clId="{F82C18F3-40F0-4DD1-9632-234241DD39BA}" dt="2025-04-17T09:57:19.984" v="5141" actId="1076"/>
          <ac:picMkLst>
            <pc:docMk/>
            <pc:sldMk cId="2806841838" sldId="280"/>
            <ac:picMk id="10" creationId="{E85B98BF-9E64-3A12-443A-9544377F6D3B}"/>
          </ac:picMkLst>
        </pc:picChg>
      </pc:sldChg>
      <pc:sldChg chg="addSp delSp modSp new mod ord">
        <pc:chgData name="Bernike Rijksen" userId="3dc54707-e923-4d93-97b4-f78fcf7fa426" providerId="ADAL" clId="{F82C18F3-40F0-4DD1-9632-234241DD39BA}" dt="2025-04-18T06:17:00.879" v="5936" actId="20577"/>
        <pc:sldMkLst>
          <pc:docMk/>
          <pc:sldMk cId="1451045088" sldId="281"/>
        </pc:sldMkLst>
        <pc:spChg chg="mod">
          <ac:chgData name="Bernike Rijksen" userId="3dc54707-e923-4d93-97b4-f78fcf7fa426" providerId="ADAL" clId="{F82C18F3-40F0-4DD1-9632-234241DD39BA}" dt="2025-04-16T13:54:00.839" v="2460" actId="20577"/>
          <ac:spMkLst>
            <pc:docMk/>
            <pc:sldMk cId="1451045088" sldId="281"/>
            <ac:spMk id="2" creationId="{E47BB0B5-0B55-2CE0-1774-7BBC871B59B4}"/>
          </ac:spMkLst>
        </pc:spChg>
        <pc:spChg chg="mod">
          <ac:chgData name="Bernike Rijksen" userId="3dc54707-e923-4d93-97b4-f78fcf7fa426" providerId="ADAL" clId="{F82C18F3-40F0-4DD1-9632-234241DD39BA}" dt="2025-04-18T06:17:00.879" v="5936" actId="20577"/>
          <ac:spMkLst>
            <pc:docMk/>
            <pc:sldMk cId="1451045088" sldId="281"/>
            <ac:spMk id="3" creationId="{7615E2B5-92C9-1589-5CE7-61534EFCE861}"/>
          </ac:spMkLst>
        </pc:spChg>
        <pc:picChg chg="add mod">
          <ac:chgData name="Bernike Rijksen" userId="3dc54707-e923-4d93-97b4-f78fcf7fa426" providerId="ADAL" clId="{F82C18F3-40F0-4DD1-9632-234241DD39BA}" dt="2025-04-16T13:53:34.225" v="2421" actId="1076"/>
          <ac:picMkLst>
            <pc:docMk/>
            <pc:sldMk cId="1451045088" sldId="281"/>
            <ac:picMk id="10" creationId="{5FB7DBE1-2380-95CF-37BE-650283BDF382}"/>
          </ac:picMkLst>
        </pc:picChg>
      </pc:sldChg>
      <pc:sldChg chg="addSp delSp modSp new mod">
        <pc:chgData name="Bernike Rijksen" userId="3dc54707-e923-4d93-97b4-f78fcf7fa426" providerId="ADAL" clId="{F82C18F3-40F0-4DD1-9632-234241DD39BA}" dt="2025-04-18T06:33:34.237" v="6873" actId="6549"/>
        <pc:sldMkLst>
          <pc:docMk/>
          <pc:sldMk cId="2107938969" sldId="282"/>
        </pc:sldMkLst>
        <pc:spChg chg="mod">
          <ac:chgData name="Bernike Rijksen" userId="3dc54707-e923-4d93-97b4-f78fcf7fa426" providerId="ADAL" clId="{F82C18F3-40F0-4DD1-9632-234241DD39BA}" dt="2025-04-17T11:06:42.060" v="5790" actId="20577"/>
          <ac:spMkLst>
            <pc:docMk/>
            <pc:sldMk cId="2107938969" sldId="282"/>
            <ac:spMk id="2" creationId="{B423C46F-2866-F601-D63E-B0A8F38DB0AA}"/>
          </ac:spMkLst>
        </pc:spChg>
        <pc:spChg chg="add mod">
          <ac:chgData name="Bernike Rijksen" userId="3dc54707-e923-4d93-97b4-f78fcf7fa426" providerId="ADAL" clId="{F82C18F3-40F0-4DD1-9632-234241DD39BA}" dt="2025-04-18T06:33:34.237" v="6873" actId="6549"/>
          <ac:spMkLst>
            <pc:docMk/>
            <pc:sldMk cId="2107938969" sldId="282"/>
            <ac:spMk id="12" creationId="{1F050662-0F51-26AB-DA47-9BC771E63C49}"/>
          </ac:spMkLst>
        </pc:spChg>
        <pc:picChg chg="add mod">
          <ac:chgData name="Bernike Rijksen" userId="3dc54707-e923-4d93-97b4-f78fcf7fa426" providerId="ADAL" clId="{F82C18F3-40F0-4DD1-9632-234241DD39BA}" dt="2025-04-17T11:06:39.584" v="5789" actId="14100"/>
          <ac:picMkLst>
            <pc:docMk/>
            <pc:sldMk cId="2107938969" sldId="282"/>
            <ac:picMk id="9" creationId="{59C45A64-4F96-4C81-6102-1AA88C51A0FD}"/>
          </ac:picMkLst>
        </pc:picChg>
      </pc:sldChg>
      <pc:sldChg chg="addSp delSp modSp new mod">
        <pc:chgData name="Bernike Rijksen" userId="3dc54707-e923-4d93-97b4-f78fcf7fa426" providerId="ADAL" clId="{F82C18F3-40F0-4DD1-9632-234241DD39BA}" dt="2025-04-18T06:41:15.061" v="7676" actId="14100"/>
        <pc:sldMkLst>
          <pc:docMk/>
          <pc:sldMk cId="165969065" sldId="283"/>
        </pc:sldMkLst>
        <pc:spChg chg="mod">
          <ac:chgData name="Bernike Rijksen" userId="3dc54707-e923-4d93-97b4-f78fcf7fa426" providerId="ADAL" clId="{F82C18F3-40F0-4DD1-9632-234241DD39BA}" dt="2025-04-18T06:21:32.572" v="6334" actId="20577"/>
          <ac:spMkLst>
            <pc:docMk/>
            <pc:sldMk cId="165969065" sldId="283"/>
            <ac:spMk id="2" creationId="{650DB306-ADD1-CD26-A16F-E0D4FA5E7202}"/>
          </ac:spMkLst>
        </pc:spChg>
        <pc:spChg chg="add mod">
          <ac:chgData name="Bernike Rijksen" userId="3dc54707-e923-4d93-97b4-f78fcf7fa426" providerId="ADAL" clId="{F82C18F3-40F0-4DD1-9632-234241DD39BA}" dt="2025-04-18T06:36:39.377" v="7668" actId="20577"/>
          <ac:spMkLst>
            <pc:docMk/>
            <pc:sldMk cId="165969065" sldId="283"/>
            <ac:spMk id="12" creationId="{E371DC05-31FD-D40C-22F7-F5BAFB452B0C}"/>
          </ac:spMkLst>
        </pc:spChg>
        <pc:picChg chg="add mod">
          <ac:chgData name="Bernike Rijksen" userId="3dc54707-e923-4d93-97b4-f78fcf7fa426" providerId="ADAL" clId="{F82C18F3-40F0-4DD1-9632-234241DD39BA}" dt="2025-04-17T11:54:59.709" v="5823" actId="1076"/>
          <ac:picMkLst>
            <pc:docMk/>
            <pc:sldMk cId="165969065" sldId="283"/>
            <ac:picMk id="10" creationId="{97AD1318-BC78-E30B-5FF1-0E4B8F0489CB}"/>
          </ac:picMkLst>
        </pc:picChg>
        <pc:picChg chg="add mod">
          <ac:chgData name="Bernike Rijksen" userId="3dc54707-e923-4d93-97b4-f78fcf7fa426" providerId="ADAL" clId="{F82C18F3-40F0-4DD1-9632-234241DD39BA}" dt="2025-04-18T06:41:15.061" v="7676" actId="14100"/>
          <ac:picMkLst>
            <pc:docMk/>
            <pc:sldMk cId="165969065" sldId="283"/>
            <ac:picMk id="14" creationId="{D7150016-74B3-DA88-CA56-055BDF77BDA7}"/>
          </ac:picMkLst>
        </pc:picChg>
      </pc:sldChg>
      <pc:sldChg chg="addSp delSp modSp new mod modAnim">
        <pc:chgData name="Bernike Rijksen" userId="3dc54707-e923-4d93-97b4-f78fcf7fa426" providerId="ADAL" clId="{F82C18F3-40F0-4DD1-9632-234241DD39BA}" dt="2025-04-18T07:27:09.442" v="8572" actId="20577"/>
        <pc:sldMkLst>
          <pc:docMk/>
          <pc:sldMk cId="3341923861" sldId="284"/>
        </pc:sldMkLst>
        <pc:spChg chg="mod">
          <ac:chgData name="Bernike Rijksen" userId="3dc54707-e923-4d93-97b4-f78fcf7fa426" providerId="ADAL" clId="{F82C18F3-40F0-4DD1-9632-234241DD39BA}" dt="2025-04-18T06:42:01.816" v="7682" actId="6549"/>
          <ac:spMkLst>
            <pc:docMk/>
            <pc:sldMk cId="3341923861" sldId="284"/>
            <ac:spMk id="2" creationId="{A4458944-0F20-598C-5A04-4C833AF3799A}"/>
          </ac:spMkLst>
        </pc:spChg>
        <pc:spChg chg="add mod">
          <ac:chgData name="Bernike Rijksen" userId="3dc54707-e923-4d93-97b4-f78fcf7fa426" providerId="ADAL" clId="{F82C18F3-40F0-4DD1-9632-234241DD39BA}" dt="2025-04-18T07:27:09.442" v="8572" actId="20577"/>
          <ac:spMkLst>
            <pc:docMk/>
            <pc:sldMk cId="3341923861" sldId="284"/>
            <ac:spMk id="17" creationId="{E04B5E3D-2AD2-542E-454E-548A2D403DA1}"/>
          </ac:spMkLst>
        </pc:spChg>
        <pc:picChg chg="add mod">
          <ac:chgData name="Bernike Rijksen" userId="3dc54707-e923-4d93-97b4-f78fcf7fa426" providerId="ADAL" clId="{F82C18F3-40F0-4DD1-9632-234241DD39BA}" dt="2025-04-18T07:11:47.148" v="7714" actId="962"/>
          <ac:picMkLst>
            <pc:docMk/>
            <pc:sldMk cId="3341923861" sldId="284"/>
            <ac:picMk id="8" creationId="{27A2309F-39BD-2056-D919-0D8370468317}"/>
          </ac:picMkLst>
        </pc:picChg>
        <pc:picChg chg="add mod">
          <ac:chgData name="Bernike Rijksen" userId="3dc54707-e923-4d93-97b4-f78fcf7fa426" providerId="ADAL" clId="{F82C18F3-40F0-4DD1-9632-234241DD39BA}" dt="2025-04-18T07:21:45.240" v="8087"/>
          <ac:picMkLst>
            <pc:docMk/>
            <pc:sldMk cId="3341923861" sldId="284"/>
            <ac:picMk id="13" creationId="{67CB0C67-C32D-0A0F-5632-AEF8EE0226C6}"/>
          </ac:picMkLst>
        </pc:picChg>
      </pc:sldChg>
      <pc:sldChg chg="addSp delSp modSp new mod">
        <pc:chgData name="Bernike Rijksen" userId="3dc54707-e923-4d93-97b4-f78fcf7fa426" providerId="ADAL" clId="{F82C18F3-40F0-4DD1-9632-234241DD39BA}" dt="2025-04-18T07:30:16.413" v="9410" actId="20577"/>
        <pc:sldMkLst>
          <pc:docMk/>
          <pc:sldMk cId="1969472010" sldId="285"/>
        </pc:sldMkLst>
        <pc:spChg chg="mod">
          <ac:chgData name="Bernike Rijksen" userId="3dc54707-e923-4d93-97b4-f78fcf7fa426" providerId="ADAL" clId="{F82C18F3-40F0-4DD1-9632-234241DD39BA}" dt="2025-04-18T06:22:37.353" v="6418" actId="20577"/>
          <ac:spMkLst>
            <pc:docMk/>
            <pc:sldMk cId="1969472010" sldId="285"/>
            <ac:spMk id="2" creationId="{FB94C715-7E2A-6B2E-D768-897D70DB7F43}"/>
          </ac:spMkLst>
        </pc:spChg>
        <pc:spChg chg="add mod">
          <ac:chgData name="Bernike Rijksen" userId="3dc54707-e923-4d93-97b4-f78fcf7fa426" providerId="ADAL" clId="{F82C18F3-40F0-4DD1-9632-234241DD39BA}" dt="2025-04-18T07:30:16.413" v="9410" actId="20577"/>
          <ac:spMkLst>
            <pc:docMk/>
            <pc:sldMk cId="1969472010" sldId="285"/>
            <ac:spMk id="17" creationId="{64D9B3D3-50E4-4C5F-0A39-7B6CFCB5A90B}"/>
          </ac:spMkLst>
        </pc:spChg>
        <pc:picChg chg="add mod">
          <ac:chgData name="Bernike Rijksen" userId="3dc54707-e923-4d93-97b4-f78fcf7fa426" providerId="ADAL" clId="{F82C18F3-40F0-4DD1-9632-234241DD39BA}" dt="2025-04-18T07:09:41.918" v="7710" actId="1076"/>
          <ac:picMkLst>
            <pc:docMk/>
            <pc:sldMk cId="1969472010" sldId="285"/>
            <ac:picMk id="16" creationId="{FD2BCC1A-1761-59F6-8052-EC23FAD1DFA2}"/>
          </ac:picMkLst>
        </pc:picChg>
      </pc:sldChg>
      <pc:sldChg chg="addSp modSp new mod">
        <pc:chgData name="Bernike Rijksen" userId="3dc54707-e923-4d93-97b4-f78fcf7fa426" providerId="ADAL" clId="{F82C18F3-40F0-4DD1-9632-234241DD39BA}" dt="2025-04-18T07:42:29.530" v="10451" actId="1076"/>
        <pc:sldMkLst>
          <pc:docMk/>
          <pc:sldMk cId="4122960471" sldId="286"/>
        </pc:sldMkLst>
        <pc:spChg chg="mod">
          <ac:chgData name="Bernike Rijksen" userId="3dc54707-e923-4d93-97b4-f78fcf7fa426" providerId="ADAL" clId="{F82C18F3-40F0-4DD1-9632-234241DD39BA}" dt="2025-04-18T06:22:45.870" v="6459" actId="20577"/>
          <ac:spMkLst>
            <pc:docMk/>
            <pc:sldMk cId="4122960471" sldId="286"/>
            <ac:spMk id="2" creationId="{C0581A1D-5298-A62B-1588-8248A035449B}"/>
          </ac:spMkLst>
        </pc:spChg>
        <pc:spChg chg="mod">
          <ac:chgData name="Bernike Rijksen" userId="3dc54707-e923-4d93-97b4-f78fcf7fa426" providerId="ADAL" clId="{F82C18F3-40F0-4DD1-9632-234241DD39BA}" dt="2025-04-18T07:42:14.163" v="10447" actId="20577"/>
          <ac:spMkLst>
            <pc:docMk/>
            <pc:sldMk cId="4122960471" sldId="286"/>
            <ac:spMk id="3" creationId="{9E016A05-FDC4-26D2-9449-0224E6617D3B}"/>
          </ac:spMkLst>
        </pc:spChg>
        <pc:picChg chg="add mod">
          <ac:chgData name="Bernike Rijksen" userId="3dc54707-e923-4d93-97b4-f78fcf7fa426" providerId="ADAL" clId="{F82C18F3-40F0-4DD1-9632-234241DD39BA}" dt="2025-04-18T07:42:29.530" v="10451" actId="1076"/>
          <ac:picMkLst>
            <pc:docMk/>
            <pc:sldMk cId="4122960471" sldId="286"/>
            <ac:picMk id="8" creationId="{8E09ED22-6C55-B230-AEEE-6F6F816C93B1}"/>
          </ac:picMkLst>
        </pc:picChg>
      </pc:sldChg>
      <pc:sldChg chg="addSp delSp modSp add mod ord">
        <pc:chgData name="Bernike Rijksen" userId="3dc54707-e923-4d93-97b4-f78fcf7fa426" providerId="ADAL" clId="{F82C18F3-40F0-4DD1-9632-234241DD39BA}" dt="2025-04-18T07:45:35.770" v="10711" actId="20577"/>
        <pc:sldMkLst>
          <pc:docMk/>
          <pc:sldMk cId="585162512" sldId="287"/>
        </pc:sldMkLst>
        <pc:spChg chg="mod">
          <ac:chgData name="Bernike Rijksen" userId="3dc54707-e923-4d93-97b4-f78fcf7fa426" providerId="ADAL" clId="{F82C18F3-40F0-4DD1-9632-234241DD39BA}" dt="2025-04-18T06:23:43.929" v="6512" actId="255"/>
          <ac:spMkLst>
            <pc:docMk/>
            <pc:sldMk cId="585162512" sldId="287"/>
            <ac:spMk id="2" creationId="{75DB106F-216B-37D5-A18C-7E39686C523F}"/>
          </ac:spMkLst>
        </pc:spChg>
        <pc:spChg chg="mod">
          <ac:chgData name="Bernike Rijksen" userId="3dc54707-e923-4d93-97b4-f78fcf7fa426" providerId="ADAL" clId="{F82C18F3-40F0-4DD1-9632-234241DD39BA}" dt="2025-04-18T07:45:35.770" v="10711" actId="20577"/>
          <ac:spMkLst>
            <pc:docMk/>
            <pc:sldMk cId="585162512" sldId="287"/>
            <ac:spMk id="3" creationId="{B3F11F86-5870-F7A8-CE8C-2BB7CC844B01}"/>
          </ac:spMkLst>
        </pc:spChg>
      </pc:sldChg>
      <pc:sldChg chg="addSp delSp modSp new del mod">
        <pc:chgData name="Bernike Rijksen" userId="3dc54707-e923-4d93-97b4-f78fcf7fa426" providerId="ADAL" clId="{F82C18F3-40F0-4DD1-9632-234241DD39BA}" dt="2025-04-18T07:08:00.783" v="7705" actId="47"/>
        <pc:sldMkLst>
          <pc:docMk/>
          <pc:sldMk cId="2259549140" sldId="288"/>
        </pc:sldMkLst>
      </pc:sldChg>
      <pc:sldChg chg="addSp modSp new mod">
        <pc:chgData name="Bernike Rijksen" userId="3dc54707-e923-4d93-97b4-f78fcf7fa426" providerId="ADAL" clId="{F82C18F3-40F0-4DD1-9632-234241DD39BA}" dt="2025-04-18T07:07:18.166" v="7704" actId="207"/>
        <pc:sldMkLst>
          <pc:docMk/>
          <pc:sldMk cId="4076649578" sldId="289"/>
        </pc:sldMkLst>
        <pc:spChg chg="add mod">
          <ac:chgData name="Bernike Rijksen" userId="3dc54707-e923-4d93-97b4-f78fcf7fa426" providerId="ADAL" clId="{F82C18F3-40F0-4DD1-9632-234241DD39BA}" dt="2025-04-18T07:07:18.166" v="7704" actId="207"/>
          <ac:spMkLst>
            <pc:docMk/>
            <pc:sldMk cId="4076649578" sldId="289"/>
            <ac:spMk id="2" creationId="{CD59A30F-D285-E2E9-0924-B18C9EFAF1A2}"/>
          </ac:spMkLst>
        </pc:spChg>
        <pc:picChg chg="add mod">
          <ac:chgData name="Bernike Rijksen" userId="3dc54707-e923-4d93-97b4-f78fcf7fa426" providerId="ADAL" clId="{F82C18F3-40F0-4DD1-9632-234241DD39BA}" dt="2025-04-18T07:07:08.242" v="7702" actId="1076"/>
          <ac:picMkLst>
            <pc:docMk/>
            <pc:sldMk cId="4076649578" sldId="289"/>
            <ac:picMk id="7" creationId="{BB8D7C08-2D20-704E-1D28-79E35B46FC99}"/>
          </ac:picMkLst>
        </pc:picChg>
      </pc:sldChg>
      <pc:sldChg chg="new del ord">
        <pc:chgData name="Bernike Rijksen" userId="3dc54707-e923-4d93-97b4-f78fcf7fa426" providerId="ADAL" clId="{F82C18F3-40F0-4DD1-9632-234241DD39BA}" dt="2025-04-18T07:13:09.587" v="7731" actId="47"/>
        <pc:sldMkLst>
          <pc:docMk/>
          <pc:sldMk cId="326767040" sldId="290"/>
        </pc:sldMkLst>
      </pc:sldChg>
      <pc:sldChg chg="addSp delSp modSp new mod">
        <pc:chgData name="Bernike Rijksen" userId="3dc54707-e923-4d93-97b4-f78fcf7fa426" providerId="ADAL" clId="{F82C18F3-40F0-4DD1-9632-234241DD39BA}" dt="2025-04-18T08:22:02.701" v="10996"/>
        <pc:sldMkLst>
          <pc:docMk/>
          <pc:sldMk cId="2399372424" sldId="290"/>
        </pc:sldMkLst>
        <pc:spChg chg="mod">
          <ac:chgData name="Bernike Rijksen" userId="3dc54707-e923-4d93-97b4-f78fcf7fa426" providerId="ADAL" clId="{F82C18F3-40F0-4DD1-9632-234241DD39BA}" dt="2025-04-18T08:22:02.701" v="10996"/>
          <ac:spMkLst>
            <pc:docMk/>
            <pc:sldMk cId="2399372424" sldId="290"/>
            <ac:spMk id="2" creationId="{B3C9C1E2-C779-2C0B-E58C-538FDF726AD9}"/>
          </ac:spMkLst>
        </pc:spChg>
        <pc:spChg chg="add mod">
          <ac:chgData name="Bernike Rijksen" userId="3dc54707-e923-4d93-97b4-f78fcf7fa426" providerId="ADAL" clId="{F82C18F3-40F0-4DD1-9632-234241DD39BA}" dt="2025-04-18T08:17:55.676" v="10990" actId="20577"/>
          <ac:spMkLst>
            <pc:docMk/>
            <pc:sldMk cId="2399372424" sldId="290"/>
            <ac:spMk id="9" creationId="{CD47D2F0-8F11-AC57-E698-2937D857A389}"/>
          </ac:spMkLst>
        </pc:spChg>
        <pc:picChg chg="add mod">
          <ac:chgData name="Bernike Rijksen" userId="3dc54707-e923-4d93-97b4-f78fcf7fa426" providerId="ADAL" clId="{F82C18F3-40F0-4DD1-9632-234241DD39BA}" dt="2025-04-18T08:21:30.398" v="10995" actId="962"/>
          <ac:picMkLst>
            <pc:docMk/>
            <pc:sldMk cId="2399372424" sldId="290"/>
            <ac:picMk id="13" creationId="{443EA95B-6ADD-97EA-4812-63B4D563D08E}"/>
          </ac:picMkLst>
        </pc:picChg>
      </pc:sldChg>
      <pc:sldChg chg="addSp delSp modSp add del mod">
        <pc:chgData name="Bernike Rijksen" userId="3dc54707-e923-4d93-97b4-f78fcf7fa426" providerId="ADAL" clId="{F82C18F3-40F0-4DD1-9632-234241DD39BA}" dt="2025-04-18T07:26:16.006" v="8511" actId="47"/>
        <pc:sldMkLst>
          <pc:docMk/>
          <pc:sldMk cId="2799911458" sldId="291"/>
        </pc:sldMkLst>
      </pc:sldChg>
      <pc:sldChg chg="addSp delSp modSp new mod">
        <pc:chgData name="Bernike Rijksen" userId="3dc54707-e923-4d93-97b4-f78fcf7fa426" providerId="ADAL" clId="{F82C18F3-40F0-4DD1-9632-234241DD39BA}" dt="2025-04-18T08:33:07.803" v="11086" actId="14100"/>
        <pc:sldMkLst>
          <pc:docMk/>
          <pc:sldMk cId="3110692879" sldId="291"/>
        </pc:sldMkLst>
        <pc:spChg chg="mod">
          <ac:chgData name="Bernike Rijksen" userId="3dc54707-e923-4d93-97b4-f78fcf7fa426" providerId="ADAL" clId="{F82C18F3-40F0-4DD1-9632-234241DD39BA}" dt="2025-04-18T08:22:12.423" v="11004" actId="20577"/>
          <ac:spMkLst>
            <pc:docMk/>
            <pc:sldMk cId="3110692879" sldId="291"/>
            <ac:spMk id="2" creationId="{7319AFD2-EEDA-B088-E054-EF9F319D70B4}"/>
          </ac:spMkLst>
        </pc:spChg>
        <pc:spChg chg="add mod">
          <ac:chgData name="Bernike Rijksen" userId="3dc54707-e923-4d93-97b4-f78fcf7fa426" providerId="ADAL" clId="{F82C18F3-40F0-4DD1-9632-234241DD39BA}" dt="2025-04-18T08:31:32.938" v="11079" actId="20577"/>
          <ac:spMkLst>
            <pc:docMk/>
            <pc:sldMk cId="3110692879" sldId="291"/>
            <ac:spMk id="17" creationId="{87F35884-AEFC-E503-2446-2027967B982F}"/>
          </ac:spMkLst>
        </pc:spChg>
        <pc:picChg chg="add mod">
          <ac:chgData name="Bernike Rijksen" userId="3dc54707-e923-4d93-97b4-f78fcf7fa426" providerId="ADAL" clId="{F82C18F3-40F0-4DD1-9632-234241DD39BA}" dt="2025-04-18T08:33:07.803" v="11086" actId="14100"/>
          <ac:picMkLst>
            <pc:docMk/>
            <pc:sldMk cId="3110692879" sldId="291"/>
            <ac:picMk id="10" creationId="{F0679727-92F8-69C4-4EC6-69148E937A99}"/>
          </ac:picMkLst>
        </pc:picChg>
        <pc:picChg chg="add mod">
          <ac:chgData name="Bernike Rijksen" userId="3dc54707-e923-4d93-97b4-f78fcf7fa426" providerId="ADAL" clId="{F82C18F3-40F0-4DD1-9632-234241DD39BA}" dt="2025-04-18T08:32:41.792" v="11085" actId="962"/>
          <ac:picMkLst>
            <pc:docMk/>
            <pc:sldMk cId="3110692879" sldId="291"/>
            <ac:picMk id="21" creationId="{28F82951-E861-5E3B-06D2-90F38840A361}"/>
          </ac:picMkLst>
        </pc:picChg>
      </pc:sldChg>
      <pc:sldChg chg="add del">
        <pc:chgData name="Bernike Rijksen" userId="3dc54707-e923-4d93-97b4-f78fcf7fa426" providerId="ADAL" clId="{F82C18F3-40F0-4DD1-9632-234241DD39BA}" dt="2025-04-18T08:13:03.250" v="10729" actId="47"/>
        <pc:sldMkLst>
          <pc:docMk/>
          <pc:sldMk cId="596571465" sldId="292"/>
        </pc:sldMkLst>
      </pc:sldChg>
      <pc:sldChg chg="addSp delSp modSp new mod">
        <pc:chgData name="Bernike Rijksen" userId="3dc54707-e923-4d93-97b4-f78fcf7fa426" providerId="ADAL" clId="{F82C18F3-40F0-4DD1-9632-234241DD39BA}" dt="2025-04-29T08:07:19.803" v="11131" actId="208"/>
        <pc:sldMkLst>
          <pc:docMk/>
          <pc:sldMk cId="732749663" sldId="292"/>
        </pc:sldMkLst>
        <pc:spChg chg="add mod">
          <ac:chgData name="Bernike Rijksen" userId="3dc54707-e923-4d93-97b4-f78fcf7fa426" providerId="ADAL" clId="{F82C18F3-40F0-4DD1-9632-234241DD39BA}" dt="2025-04-29T08:07:19.803" v="11131" actId="208"/>
          <ac:spMkLst>
            <pc:docMk/>
            <pc:sldMk cId="732749663" sldId="292"/>
            <ac:spMk id="11" creationId="{CA49195F-31C3-6499-011C-B8929596BC1C}"/>
          </ac:spMkLst>
        </pc:spChg>
        <pc:picChg chg="add mod">
          <ac:chgData name="Bernike Rijksen" userId="3dc54707-e923-4d93-97b4-f78fcf7fa426" providerId="ADAL" clId="{F82C18F3-40F0-4DD1-9632-234241DD39BA}" dt="2025-04-29T07:44:53.716" v="11103" actId="1076"/>
          <ac:picMkLst>
            <pc:docMk/>
            <pc:sldMk cId="732749663" sldId="292"/>
            <ac:picMk id="3" creationId="{FF781D2D-E0C9-C1DD-53B3-8C0710720A8E}"/>
          </ac:picMkLst>
        </pc:picChg>
        <pc:picChg chg="add mod">
          <ac:chgData name="Bernike Rijksen" userId="3dc54707-e923-4d93-97b4-f78fcf7fa426" providerId="ADAL" clId="{F82C18F3-40F0-4DD1-9632-234241DD39BA}" dt="2025-04-29T07:44:55.381" v="11104" actId="1076"/>
          <ac:picMkLst>
            <pc:docMk/>
            <pc:sldMk cId="732749663" sldId="292"/>
            <ac:picMk id="5" creationId="{83EB0921-6659-83F1-61AB-F08E6D2FB4A1}"/>
          </ac:picMkLst>
        </pc:picChg>
        <pc:picChg chg="add del mod">
          <ac:chgData name="Bernike Rijksen" userId="3dc54707-e923-4d93-97b4-f78fcf7fa426" providerId="ADAL" clId="{F82C18F3-40F0-4DD1-9632-234241DD39BA}" dt="2025-04-29T07:44:36.662" v="11098" actId="21"/>
          <ac:picMkLst>
            <pc:docMk/>
            <pc:sldMk cId="732749663" sldId="292"/>
            <ac:picMk id="7" creationId="{52677A30-D994-D25F-E8D8-370C82104883}"/>
          </ac:picMkLst>
        </pc:picChg>
        <pc:picChg chg="add del mod">
          <ac:chgData name="Bernike Rijksen" userId="3dc54707-e923-4d93-97b4-f78fcf7fa426" providerId="ADAL" clId="{F82C18F3-40F0-4DD1-9632-234241DD39BA}" dt="2025-04-29T07:45:57.600" v="11117" actId="478"/>
          <ac:picMkLst>
            <pc:docMk/>
            <pc:sldMk cId="732749663" sldId="292"/>
            <ac:picMk id="8" creationId="{51FD5781-CD03-0AA2-1116-7194C63CDA51}"/>
          </ac:picMkLst>
        </pc:picChg>
        <pc:picChg chg="add del mod">
          <ac:chgData name="Bernike Rijksen" userId="3dc54707-e923-4d93-97b4-f78fcf7fa426" providerId="ADAL" clId="{F82C18F3-40F0-4DD1-9632-234241DD39BA}" dt="2025-04-29T07:53:50.015" v="11126" actId="21"/>
          <ac:picMkLst>
            <pc:docMk/>
            <pc:sldMk cId="732749663" sldId="292"/>
            <ac:picMk id="10" creationId="{3F261E37-C094-41FC-EEF0-64AABB66F44E}"/>
          </ac:picMkLst>
        </pc:picChg>
      </pc:sldChg>
      <pc:sldChg chg="addSp delSp modSp add del mod ord">
        <pc:chgData name="Bernike Rijksen" userId="3dc54707-e923-4d93-97b4-f78fcf7fa426" providerId="ADAL" clId="{F82C18F3-40F0-4DD1-9632-234241DD39BA}" dt="2025-04-18T07:26:17.269" v="8512" actId="47"/>
        <pc:sldMkLst>
          <pc:docMk/>
          <pc:sldMk cId="1816876441" sldId="292"/>
        </pc:sldMkLst>
      </pc:sldChg>
      <pc:sldChg chg="addSp modSp new mod">
        <pc:chgData name="Bernike Rijksen" userId="3dc54707-e923-4d93-97b4-f78fcf7fa426" providerId="ADAL" clId="{F82C18F3-40F0-4DD1-9632-234241DD39BA}" dt="2025-04-29T08:55:17.452" v="11422" actId="20577"/>
        <pc:sldMkLst>
          <pc:docMk/>
          <pc:sldMk cId="465656701" sldId="293"/>
        </pc:sldMkLst>
        <pc:spChg chg="add mod">
          <ac:chgData name="Bernike Rijksen" userId="3dc54707-e923-4d93-97b4-f78fcf7fa426" providerId="ADAL" clId="{F82C18F3-40F0-4DD1-9632-234241DD39BA}" dt="2025-04-29T08:07:23.841" v="11132"/>
          <ac:spMkLst>
            <pc:docMk/>
            <pc:sldMk cId="465656701" sldId="293"/>
            <ac:spMk id="5" creationId="{B20EE880-78C7-608B-9EFC-C24A7FDC2669}"/>
          </ac:spMkLst>
        </pc:spChg>
        <pc:spChg chg="add mod">
          <ac:chgData name="Bernike Rijksen" userId="3dc54707-e923-4d93-97b4-f78fcf7fa426" providerId="ADAL" clId="{F82C18F3-40F0-4DD1-9632-234241DD39BA}" dt="2025-04-29T08:55:17.452" v="11422" actId="20577"/>
          <ac:spMkLst>
            <pc:docMk/>
            <pc:sldMk cId="465656701" sldId="293"/>
            <ac:spMk id="6" creationId="{8D772961-05F5-D66C-F7F4-3433007E40CD}"/>
          </ac:spMkLst>
        </pc:spChg>
        <pc:graphicFrameChg chg="add mod">
          <ac:chgData name="Bernike Rijksen" userId="3dc54707-e923-4d93-97b4-f78fcf7fa426" providerId="ADAL" clId="{F82C18F3-40F0-4DD1-9632-234241DD39BA}" dt="2025-04-29T07:49:35.073" v="11120"/>
          <ac:graphicFrameMkLst>
            <pc:docMk/>
            <pc:sldMk cId="465656701" sldId="293"/>
            <ac:graphicFrameMk id="2" creationId="{6EC0640D-995B-1B4B-180A-DE4720AEB12E}"/>
          </ac:graphicFrameMkLst>
        </pc:graphicFrameChg>
        <pc:picChg chg="add mod">
          <ac:chgData name="Bernike Rijksen" userId="3dc54707-e923-4d93-97b4-f78fcf7fa426" providerId="ADAL" clId="{F82C18F3-40F0-4DD1-9632-234241DD39BA}" dt="2025-04-29T07:49:55.251" v="11123" actId="14100"/>
          <ac:picMkLst>
            <pc:docMk/>
            <pc:sldMk cId="465656701" sldId="293"/>
            <ac:picMk id="4" creationId="{42095C92-5CAA-C617-52B3-8D288ECCDC01}"/>
          </ac:picMkLst>
        </pc:picChg>
        <pc:picChg chg="add mod">
          <ac:chgData name="Bernike Rijksen" userId="3dc54707-e923-4d93-97b4-f78fcf7fa426" providerId="ADAL" clId="{F82C18F3-40F0-4DD1-9632-234241DD39BA}" dt="2025-04-29T07:46:27.330" v="11119" actId="1076"/>
          <ac:picMkLst>
            <pc:docMk/>
            <pc:sldMk cId="465656701" sldId="293"/>
            <ac:picMk id="7" creationId="{52677A30-D994-D25F-E8D8-370C82104883}"/>
          </ac:picMkLst>
        </pc:picChg>
      </pc:sldChg>
      <pc:sldChg chg="addSp delSp modSp new mod ord">
        <pc:chgData name="Bernike Rijksen" userId="3dc54707-e923-4d93-97b4-f78fcf7fa426" providerId="ADAL" clId="{F82C18F3-40F0-4DD1-9632-234241DD39BA}" dt="2025-04-29T13:58:16.947" v="11771" actId="1076"/>
        <pc:sldMkLst>
          <pc:docMk/>
          <pc:sldMk cId="1350151174" sldId="294"/>
        </pc:sldMkLst>
        <pc:spChg chg="add mod">
          <ac:chgData name="Bernike Rijksen" userId="3dc54707-e923-4d93-97b4-f78fcf7fa426" providerId="ADAL" clId="{F82C18F3-40F0-4DD1-9632-234241DD39BA}" dt="2025-04-29T08:07:40.927" v="11133"/>
          <ac:spMkLst>
            <pc:docMk/>
            <pc:sldMk cId="1350151174" sldId="294"/>
            <ac:spMk id="2" creationId="{AC4254B7-70B8-0337-31A1-291EFD707749}"/>
          </ac:spMkLst>
        </pc:spChg>
        <pc:spChg chg="add mod">
          <ac:chgData name="Bernike Rijksen" userId="3dc54707-e923-4d93-97b4-f78fcf7fa426" providerId="ADAL" clId="{F82C18F3-40F0-4DD1-9632-234241DD39BA}" dt="2025-04-29T08:38:31.583" v="11170" actId="1076"/>
          <ac:spMkLst>
            <pc:docMk/>
            <pc:sldMk cId="1350151174" sldId="294"/>
            <ac:spMk id="11" creationId="{B5B24A3A-5AAF-4C18-A6DF-030B5359853F}"/>
          </ac:spMkLst>
        </pc:spChg>
        <pc:spChg chg="add mod">
          <ac:chgData name="Bernike Rijksen" userId="3dc54707-e923-4d93-97b4-f78fcf7fa426" providerId="ADAL" clId="{F82C18F3-40F0-4DD1-9632-234241DD39BA}" dt="2025-04-29T08:48:36.269" v="11337" actId="1076"/>
          <ac:spMkLst>
            <pc:docMk/>
            <pc:sldMk cId="1350151174" sldId="294"/>
            <ac:spMk id="12" creationId="{85B7B783-BECB-8220-11ED-E18DB0385781}"/>
          </ac:spMkLst>
        </pc:spChg>
        <pc:spChg chg="add mod">
          <ac:chgData name="Bernike Rijksen" userId="3dc54707-e923-4d93-97b4-f78fcf7fa426" providerId="ADAL" clId="{F82C18F3-40F0-4DD1-9632-234241DD39BA}" dt="2025-04-29T08:48:39.544" v="11338" actId="1076"/>
          <ac:spMkLst>
            <pc:docMk/>
            <pc:sldMk cId="1350151174" sldId="294"/>
            <ac:spMk id="13" creationId="{82A47FC5-0C08-4219-6807-B8791F24F458}"/>
          </ac:spMkLst>
        </pc:spChg>
        <pc:spChg chg="add mod">
          <ac:chgData name="Bernike Rijksen" userId="3dc54707-e923-4d93-97b4-f78fcf7fa426" providerId="ADAL" clId="{F82C18F3-40F0-4DD1-9632-234241DD39BA}" dt="2025-04-29T08:48:53.117" v="11339" actId="20577"/>
          <ac:spMkLst>
            <pc:docMk/>
            <pc:sldMk cId="1350151174" sldId="294"/>
            <ac:spMk id="14" creationId="{267468FA-57C7-8AA2-2C45-BB487ED23B37}"/>
          </ac:spMkLst>
        </pc:spChg>
        <pc:spChg chg="add mod">
          <ac:chgData name="Bernike Rijksen" userId="3dc54707-e923-4d93-97b4-f78fcf7fa426" providerId="ADAL" clId="{F82C18F3-40F0-4DD1-9632-234241DD39BA}" dt="2025-04-29T08:49:55.533" v="11387" actId="14100"/>
          <ac:spMkLst>
            <pc:docMk/>
            <pc:sldMk cId="1350151174" sldId="294"/>
            <ac:spMk id="25" creationId="{4B6D657C-C424-86D1-3844-A7669A670E53}"/>
          </ac:spMkLst>
        </pc:spChg>
        <pc:picChg chg="add mod">
          <ac:chgData name="Bernike Rijksen" userId="3dc54707-e923-4d93-97b4-f78fcf7fa426" providerId="ADAL" clId="{F82C18F3-40F0-4DD1-9632-234241DD39BA}" dt="2025-04-29T10:21:46.462" v="11691" actId="1076"/>
          <ac:picMkLst>
            <pc:docMk/>
            <pc:sldMk cId="1350151174" sldId="294"/>
            <ac:picMk id="3" creationId="{A37C0810-478D-DB2B-F36F-146C80E78A17}"/>
          </ac:picMkLst>
        </pc:picChg>
        <pc:picChg chg="add del mod">
          <ac:chgData name="Bernike Rijksen" userId="3dc54707-e923-4d93-97b4-f78fcf7fa426" providerId="ADAL" clId="{F82C18F3-40F0-4DD1-9632-234241DD39BA}" dt="2025-04-29T08:44:21.389" v="11310" actId="478"/>
          <ac:picMkLst>
            <pc:docMk/>
            <pc:sldMk cId="1350151174" sldId="294"/>
            <ac:picMk id="4" creationId="{8FC6CEF3-D9C5-C1E3-504C-A7DE41112644}"/>
          </ac:picMkLst>
        </pc:picChg>
        <pc:picChg chg="add del mod">
          <ac:chgData name="Bernike Rijksen" userId="3dc54707-e923-4d93-97b4-f78fcf7fa426" providerId="ADAL" clId="{F82C18F3-40F0-4DD1-9632-234241DD39BA}" dt="2025-04-29T13:31:14.484" v="11748" actId="478"/>
          <ac:picMkLst>
            <pc:docMk/>
            <pc:sldMk cId="1350151174" sldId="294"/>
            <ac:picMk id="5" creationId="{DEF0AF10-4E92-5EA7-5F4F-56E12660D844}"/>
          </ac:picMkLst>
        </pc:picChg>
        <pc:picChg chg="add del mod">
          <ac:chgData name="Bernike Rijksen" userId="3dc54707-e923-4d93-97b4-f78fcf7fa426" providerId="ADAL" clId="{F82C18F3-40F0-4DD1-9632-234241DD39BA}" dt="2025-04-29T08:44:20.770" v="11309" actId="478"/>
          <ac:picMkLst>
            <pc:docMk/>
            <pc:sldMk cId="1350151174" sldId="294"/>
            <ac:picMk id="6" creationId="{6AAAE506-9CC2-34D0-F0F9-E632F4B57B3E}"/>
          </ac:picMkLst>
        </pc:picChg>
        <pc:picChg chg="add del mod">
          <ac:chgData name="Bernike Rijksen" userId="3dc54707-e923-4d93-97b4-f78fcf7fa426" providerId="ADAL" clId="{F82C18F3-40F0-4DD1-9632-234241DD39BA}" dt="2025-04-29T13:31:20.123" v="11751" actId="478"/>
          <ac:picMkLst>
            <pc:docMk/>
            <pc:sldMk cId="1350151174" sldId="294"/>
            <ac:picMk id="7" creationId="{0C21FB3C-7933-B4E1-49B8-B3C3769AAF66}"/>
          </ac:picMkLst>
        </pc:picChg>
        <pc:picChg chg="add del mod">
          <ac:chgData name="Bernike Rijksen" userId="3dc54707-e923-4d93-97b4-f78fcf7fa426" providerId="ADAL" clId="{F82C18F3-40F0-4DD1-9632-234241DD39BA}" dt="2025-04-29T08:44:19.439" v="11307" actId="478"/>
          <ac:picMkLst>
            <pc:docMk/>
            <pc:sldMk cId="1350151174" sldId="294"/>
            <ac:picMk id="8" creationId="{EE89F18D-1C3E-7A7E-DAC4-66993B6B40B3}"/>
          </ac:picMkLst>
        </pc:picChg>
        <pc:picChg chg="add del mod">
          <ac:chgData name="Bernike Rijksen" userId="3dc54707-e923-4d93-97b4-f78fcf7fa426" providerId="ADAL" clId="{F82C18F3-40F0-4DD1-9632-234241DD39BA}" dt="2025-04-29T13:31:35.830" v="11754" actId="478"/>
          <ac:picMkLst>
            <pc:docMk/>
            <pc:sldMk cId="1350151174" sldId="294"/>
            <ac:picMk id="9" creationId="{923604EC-DF23-FC46-316C-4288AE674E35}"/>
          </ac:picMkLst>
        </pc:picChg>
        <pc:picChg chg="add del mod">
          <ac:chgData name="Bernike Rijksen" userId="3dc54707-e923-4d93-97b4-f78fcf7fa426" providerId="ADAL" clId="{F82C18F3-40F0-4DD1-9632-234241DD39BA}" dt="2025-04-29T08:44:20.169" v="11308" actId="478"/>
          <ac:picMkLst>
            <pc:docMk/>
            <pc:sldMk cId="1350151174" sldId="294"/>
            <ac:picMk id="10" creationId="{44CDD904-743A-DCB7-E2CA-626490A59295}"/>
          </ac:picMkLst>
        </pc:picChg>
        <pc:picChg chg="add del mod">
          <ac:chgData name="Bernike Rijksen" userId="3dc54707-e923-4d93-97b4-f78fcf7fa426" providerId="ADAL" clId="{F82C18F3-40F0-4DD1-9632-234241DD39BA}" dt="2025-04-29T13:31:48.020" v="11757" actId="478"/>
          <ac:picMkLst>
            <pc:docMk/>
            <pc:sldMk cId="1350151174" sldId="294"/>
            <ac:picMk id="15" creationId="{B7E9216D-CC5A-CABE-8E95-32E32C48F0FE}"/>
          </ac:picMkLst>
        </pc:picChg>
        <pc:picChg chg="add del mod">
          <ac:chgData name="Bernike Rijksen" userId="3dc54707-e923-4d93-97b4-f78fcf7fa426" providerId="ADAL" clId="{F82C18F3-40F0-4DD1-9632-234241DD39BA}" dt="2025-04-29T13:15:48.536" v="11734" actId="478"/>
          <ac:picMkLst>
            <pc:docMk/>
            <pc:sldMk cId="1350151174" sldId="294"/>
            <ac:picMk id="16" creationId="{C98546A1-B6F4-7FE6-2FA4-A3A091EBF507}"/>
          </ac:picMkLst>
        </pc:picChg>
        <pc:picChg chg="add del mod">
          <ac:chgData name="Bernike Rijksen" userId="3dc54707-e923-4d93-97b4-f78fcf7fa426" providerId="ADAL" clId="{F82C18F3-40F0-4DD1-9632-234241DD39BA}" dt="2025-04-29T13:15:49.329" v="11735" actId="478"/>
          <ac:picMkLst>
            <pc:docMk/>
            <pc:sldMk cId="1350151174" sldId="294"/>
            <ac:picMk id="18" creationId="{B99C55E1-BC8C-3B37-236A-ACF0237A2734}"/>
          </ac:picMkLst>
        </pc:picChg>
        <pc:picChg chg="add del mod">
          <ac:chgData name="Bernike Rijksen" userId="3dc54707-e923-4d93-97b4-f78fcf7fa426" providerId="ADAL" clId="{F82C18F3-40F0-4DD1-9632-234241DD39BA}" dt="2025-04-29T13:57:33.336" v="11760" actId="478"/>
          <ac:picMkLst>
            <pc:docMk/>
            <pc:sldMk cId="1350151174" sldId="294"/>
            <ac:picMk id="19" creationId="{DDE1A129-E8AA-C902-3E97-D6DDC89E8F98}"/>
          </ac:picMkLst>
        </pc:picChg>
        <pc:picChg chg="add del mod">
          <ac:chgData name="Bernike Rijksen" userId="3dc54707-e923-4d93-97b4-f78fcf7fa426" providerId="ADAL" clId="{F82C18F3-40F0-4DD1-9632-234241DD39BA}" dt="2025-04-29T13:15:50.427" v="11736" actId="478"/>
          <ac:picMkLst>
            <pc:docMk/>
            <pc:sldMk cId="1350151174" sldId="294"/>
            <ac:picMk id="20" creationId="{47E7FD06-51C7-943D-7F4B-C3F7D2BE4DFB}"/>
          </ac:picMkLst>
        </pc:picChg>
        <pc:picChg chg="add del mod">
          <ac:chgData name="Bernike Rijksen" userId="3dc54707-e923-4d93-97b4-f78fcf7fa426" providerId="ADAL" clId="{F82C18F3-40F0-4DD1-9632-234241DD39BA}" dt="2025-04-29T13:15:51.151" v="11737" actId="478"/>
          <ac:picMkLst>
            <pc:docMk/>
            <pc:sldMk cId="1350151174" sldId="294"/>
            <ac:picMk id="22" creationId="{D2928FCD-A5E8-35D3-981B-B601EE228362}"/>
          </ac:picMkLst>
        </pc:picChg>
        <pc:picChg chg="add del mod">
          <ac:chgData name="Bernike Rijksen" userId="3dc54707-e923-4d93-97b4-f78fcf7fa426" providerId="ADAL" clId="{F82C18F3-40F0-4DD1-9632-234241DD39BA}" dt="2025-04-29T13:57:37.743" v="11763" actId="478"/>
          <ac:picMkLst>
            <pc:docMk/>
            <pc:sldMk cId="1350151174" sldId="294"/>
            <ac:picMk id="23" creationId="{E95925EB-0311-D2EC-4731-64A828496B67}"/>
          </ac:picMkLst>
        </pc:picChg>
        <pc:picChg chg="add del mod">
          <ac:chgData name="Bernike Rijksen" userId="3dc54707-e923-4d93-97b4-f78fcf7fa426" providerId="ADAL" clId="{F82C18F3-40F0-4DD1-9632-234241DD39BA}" dt="2025-04-29T13:15:59.012" v="11739" actId="478"/>
          <ac:picMkLst>
            <pc:docMk/>
            <pc:sldMk cId="1350151174" sldId="294"/>
            <ac:picMk id="24" creationId="{84E33CEF-3800-FE66-5B17-DAC5E34CE509}"/>
          </ac:picMkLst>
        </pc:picChg>
        <pc:picChg chg="add del mod">
          <ac:chgData name="Bernike Rijksen" userId="3dc54707-e923-4d93-97b4-f78fcf7fa426" providerId="ADAL" clId="{F82C18F3-40F0-4DD1-9632-234241DD39BA}" dt="2025-04-29T13:57:51.801" v="11766" actId="478"/>
          <ac:picMkLst>
            <pc:docMk/>
            <pc:sldMk cId="1350151174" sldId="294"/>
            <ac:picMk id="27" creationId="{B96FA29C-89D3-2FEC-ED86-A83172B88EA4}"/>
          </ac:picMkLst>
        </pc:picChg>
        <pc:picChg chg="add del mod">
          <ac:chgData name="Bernike Rijksen" userId="3dc54707-e923-4d93-97b4-f78fcf7fa426" providerId="ADAL" clId="{F82C18F3-40F0-4DD1-9632-234241DD39BA}" dt="2025-04-29T13:58:06.501" v="11769" actId="478"/>
          <ac:picMkLst>
            <pc:docMk/>
            <pc:sldMk cId="1350151174" sldId="294"/>
            <ac:picMk id="29" creationId="{55D02C26-082D-C749-7516-E9E156C0DD15}"/>
          </ac:picMkLst>
        </pc:picChg>
        <pc:picChg chg="add mod">
          <ac:chgData name="Bernike Rijksen" userId="3dc54707-e923-4d93-97b4-f78fcf7fa426" providerId="ADAL" clId="{F82C18F3-40F0-4DD1-9632-234241DD39BA}" dt="2025-04-29T13:57:36.440" v="11762" actId="1076"/>
          <ac:picMkLst>
            <pc:docMk/>
            <pc:sldMk cId="1350151174" sldId="294"/>
            <ac:picMk id="31" creationId="{315573C4-3C69-078E-39CE-97D70E1AB59A}"/>
          </ac:picMkLst>
        </pc:picChg>
        <pc:picChg chg="add mod">
          <ac:chgData name="Bernike Rijksen" userId="3dc54707-e923-4d93-97b4-f78fcf7fa426" providerId="ADAL" clId="{F82C18F3-40F0-4DD1-9632-234241DD39BA}" dt="2025-04-29T13:57:50.449" v="11765" actId="1076"/>
          <ac:picMkLst>
            <pc:docMk/>
            <pc:sldMk cId="1350151174" sldId="294"/>
            <ac:picMk id="33" creationId="{3609F3D9-C499-BB06-40D1-E36229AA4E5D}"/>
          </ac:picMkLst>
        </pc:picChg>
        <pc:picChg chg="add mod">
          <ac:chgData name="Bernike Rijksen" userId="3dc54707-e923-4d93-97b4-f78fcf7fa426" providerId="ADAL" clId="{F82C18F3-40F0-4DD1-9632-234241DD39BA}" dt="2025-04-29T13:58:05.106" v="11768" actId="1076"/>
          <ac:picMkLst>
            <pc:docMk/>
            <pc:sldMk cId="1350151174" sldId="294"/>
            <ac:picMk id="35" creationId="{91A36321-F6AC-AB65-D794-6EC4784B1F45}"/>
          </ac:picMkLst>
        </pc:picChg>
        <pc:picChg chg="add mod">
          <ac:chgData name="Bernike Rijksen" userId="3dc54707-e923-4d93-97b4-f78fcf7fa426" providerId="ADAL" clId="{F82C18F3-40F0-4DD1-9632-234241DD39BA}" dt="2025-04-29T13:58:16.947" v="11771" actId="1076"/>
          <ac:picMkLst>
            <pc:docMk/>
            <pc:sldMk cId="1350151174" sldId="294"/>
            <ac:picMk id="37" creationId="{070205D3-97BD-D0B8-995B-F91990BF9FD7}"/>
          </ac:picMkLst>
        </pc:picChg>
      </pc:sldChg>
      <pc:sldChg chg="new del">
        <pc:chgData name="Bernike Rijksen" userId="3dc54707-e923-4d93-97b4-f78fcf7fa426" providerId="ADAL" clId="{F82C18F3-40F0-4DD1-9632-234241DD39BA}" dt="2025-04-29T08:54:51.590" v="11391" actId="47"/>
        <pc:sldMkLst>
          <pc:docMk/>
          <pc:sldMk cId="687865927" sldId="295"/>
        </pc:sldMkLst>
      </pc:sldChg>
      <pc:sldChg chg="addSp delSp modSp new mod">
        <pc:chgData name="Bernike Rijksen" userId="3dc54707-e923-4d93-97b4-f78fcf7fa426" providerId="ADAL" clId="{F82C18F3-40F0-4DD1-9632-234241DD39BA}" dt="2025-04-29T09:16:58.006" v="11671" actId="1076"/>
        <pc:sldMkLst>
          <pc:docMk/>
          <pc:sldMk cId="3801247352" sldId="296"/>
        </pc:sldMkLst>
        <pc:spChg chg="add mod">
          <ac:chgData name="Bernike Rijksen" userId="3dc54707-e923-4d93-97b4-f78fcf7fa426" providerId="ADAL" clId="{F82C18F3-40F0-4DD1-9632-234241DD39BA}" dt="2025-04-29T08:54:49.927" v="11390"/>
          <ac:spMkLst>
            <pc:docMk/>
            <pc:sldMk cId="3801247352" sldId="296"/>
            <ac:spMk id="2" creationId="{00D58E6F-E3A8-615D-D578-10237E889B48}"/>
          </ac:spMkLst>
        </pc:spChg>
        <pc:spChg chg="add mod">
          <ac:chgData name="Bernike Rijksen" userId="3dc54707-e923-4d93-97b4-f78fcf7fa426" providerId="ADAL" clId="{F82C18F3-40F0-4DD1-9632-234241DD39BA}" dt="2025-04-29T09:11:43.158" v="11471" actId="1076"/>
          <ac:spMkLst>
            <pc:docMk/>
            <pc:sldMk cId="3801247352" sldId="296"/>
            <ac:spMk id="5" creationId="{E987F245-CF5D-FB3D-99DC-70B8440124F6}"/>
          </ac:spMkLst>
        </pc:spChg>
        <pc:spChg chg="add mod">
          <ac:chgData name="Bernike Rijksen" userId="3dc54707-e923-4d93-97b4-f78fcf7fa426" providerId="ADAL" clId="{F82C18F3-40F0-4DD1-9632-234241DD39BA}" dt="2025-04-29T09:12:15.267" v="11494" actId="1038"/>
          <ac:spMkLst>
            <pc:docMk/>
            <pc:sldMk cId="3801247352" sldId="296"/>
            <ac:spMk id="6" creationId="{C8ED2FD5-4EEA-55F9-FBA5-8E1CB8A964D7}"/>
          </ac:spMkLst>
        </pc:spChg>
        <pc:spChg chg="add mod">
          <ac:chgData name="Bernike Rijksen" userId="3dc54707-e923-4d93-97b4-f78fcf7fa426" providerId="ADAL" clId="{F82C18F3-40F0-4DD1-9632-234241DD39BA}" dt="2025-04-29T09:12:18.801" v="11495" actId="1076"/>
          <ac:spMkLst>
            <pc:docMk/>
            <pc:sldMk cId="3801247352" sldId="296"/>
            <ac:spMk id="7" creationId="{2226E976-ADC9-6AE1-F385-F88DA51A51A1}"/>
          </ac:spMkLst>
        </pc:spChg>
        <pc:spChg chg="add mod">
          <ac:chgData name="Bernike Rijksen" userId="3dc54707-e923-4d93-97b4-f78fcf7fa426" providerId="ADAL" clId="{F82C18F3-40F0-4DD1-9632-234241DD39BA}" dt="2025-04-29T09:11:50.365" v="11474" actId="1076"/>
          <ac:spMkLst>
            <pc:docMk/>
            <pc:sldMk cId="3801247352" sldId="296"/>
            <ac:spMk id="8" creationId="{6B37EFDF-F4DD-7333-3B17-D4AAF76AEDC9}"/>
          </ac:spMkLst>
        </pc:spChg>
        <pc:spChg chg="add del mod">
          <ac:chgData name="Bernike Rijksen" userId="3dc54707-e923-4d93-97b4-f78fcf7fa426" providerId="ADAL" clId="{F82C18F3-40F0-4DD1-9632-234241DD39BA}" dt="2025-04-29T09:09:59.579" v="11465" actId="478"/>
          <ac:spMkLst>
            <pc:docMk/>
            <pc:sldMk cId="3801247352" sldId="296"/>
            <ac:spMk id="9" creationId="{CD48264E-6AF4-E107-344E-F6E0A644CD7F}"/>
          </ac:spMkLst>
        </pc:spChg>
        <pc:spChg chg="add mod">
          <ac:chgData name="Bernike Rijksen" userId="3dc54707-e923-4d93-97b4-f78fcf7fa426" providerId="ADAL" clId="{F82C18F3-40F0-4DD1-9632-234241DD39BA}" dt="2025-04-29T09:11:53.165" v="11475" actId="1076"/>
          <ac:spMkLst>
            <pc:docMk/>
            <pc:sldMk cId="3801247352" sldId="296"/>
            <ac:spMk id="10" creationId="{27A724EE-CBAE-BCA6-9745-8E7C8B2F06E9}"/>
          </ac:spMkLst>
        </pc:spChg>
        <pc:spChg chg="add mod">
          <ac:chgData name="Bernike Rijksen" userId="3dc54707-e923-4d93-97b4-f78fcf7fa426" providerId="ADAL" clId="{F82C18F3-40F0-4DD1-9632-234241DD39BA}" dt="2025-04-29T09:11:55.488" v="11476" actId="1076"/>
          <ac:spMkLst>
            <pc:docMk/>
            <pc:sldMk cId="3801247352" sldId="296"/>
            <ac:spMk id="11" creationId="{6EF92861-3871-08B4-6566-F470151B8D6D}"/>
          </ac:spMkLst>
        </pc:spChg>
        <pc:spChg chg="add mod">
          <ac:chgData name="Bernike Rijksen" userId="3dc54707-e923-4d93-97b4-f78fcf7fa426" providerId="ADAL" clId="{F82C18F3-40F0-4DD1-9632-234241DD39BA}" dt="2025-04-29T09:12:22.766" v="11496" actId="1076"/>
          <ac:spMkLst>
            <pc:docMk/>
            <pc:sldMk cId="3801247352" sldId="296"/>
            <ac:spMk id="12" creationId="{E1EAE402-BEF0-7764-7EE6-9A49B55294C1}"/>
          </ac:spMkLst>
        </pc:spChg>
        <pc:spChg chg="add mod">
          <ac:chgData name="Bernike Rijksen" userId="3dc54707-e923-4d93-97b4-f78fcf7fa426" providerId="ADAL" clId="{F82C18F3-40F0-4DD1-9632-234241DD39BA}" dt="2025-04-29T09:12:25.907" v="11497" actId="1076"/>
          <ac:spMkLst>
            <pc:docMk/>
            <pc:sldMk cId="3801247352" sldId="296"/>
            <ac:spMk id="13" creationId="{6F6CB545-5359-9271-F002-35EFD58BD2D8}"/>
          </ac:spMkLst>
        </pc:spChg>
        <pc:spChg chg="add del mod">
          <ac:chgData name="Bernike Rijksen" userId="3dc54707-e923-4d93-97b4-f78fcf7fa426" providerId="ADAL" clId="{F82C18F3-40F0-4DD1-9632-234241DD39BA}" dt="2025-04-29T09:09:57.897" v="11464" actId="478"/>
          <ac:spMkLst>
            <pc:docMk/>
            <pc:sldMk cId="3801247352" sldId="296"/>
            <ac:spMk id="14" creationId="{8B5CD029-B41E-1A69-014B-2EE19DB9C547}"/>
          </ac:spMkLst>
        </pc:spChg>
        <pc:spChg chg="add mod">
          <ac:chgData name="Bernike Rijksen" userId="3dc54707-e923-4d93-97b4-f78fcf7fa426" providerId="ADAL" clId="{F82C18F3-40F0-4DD1-9632-234241DD39BA}" dt="2025-04-29T09:12:07.579" v="11481" actId="1076"/>
          <ac:spMkLst>
            <pc:docMk/>
            <pc:sldMk cId="3801247352" sldId="296"/>
            <ac:spMk id="17" creationId="{13F9926D-9600-7198-73D2-2B3B5B4654AA}"/>
          </ac:spMkLst>
        </pc:spChg>
        <pc:spChg chg="add mod">
          <ac:chgData name="Bernike Rijksen" userId="3dc54707-e923-4d93-97b4-f78fcf7fa426" providerId="ADAL" clId="{F82C18F3-40F0-4DD1-9632-234241DD39BA}" dt="2025-04-29T09:12:30.012" v="11499" actId="1076"/>
          <ac:spMkLst>
            <pc:docMk/>
            <pc:sldMk cId="3801247352" sldId="296"/>
            <ac:spMk id="18" creationId="{7144D481-C431-8ECA-E9BA-56DA91702486}"/>
          </ac:spMkLst>
        </pc:spChg>
        <pc:spChg chg="add mod">
          <ac:chgData name="Bernike Rijksen" userId="3dc54707-e923-4d93-97b4-f78fcf7fa426" providerId="ADAL" clId="{F82C18F3-40F0-4DD1-9632-234241DD39BA}" dt="2025-04-29T09:13:58.130" v="11506" actId="1076"/>
          <ac:spMkLst>
            <pc:docMk/>
            <pc:sldMk cId="3801247352" sldId="296"/>
            <ac:spMk id="23" creationId="{F76360C1-C8E1-DDCF-9F5D-4AD21486F655}"/>
          </ac:spMkLst>
        </pc:spChg>
        <pc:spChg chg="add mod">
          <ac:chgData name="Bernike Rijksen" userId="3dc54707-e923-4d93-97b4-f78fcf7fa426" providerId="ADAL" clId="{F82C18F3-40F0-4DD1-9632-234241DD39BA}" dt="2025-04-29T09:15:37.126" v="11665" actId="1076"/>
          <ac:spMkLst>
            <pc:docMk/>
            <pc:sldMk cId="3801247352" sldId="296"/>
            <ac:spMk id="24" creationId="{9D18BEF7-5D7C-A12F-5982-7DD64F6B8BC0}"/>
          </ac:spMkLst>
        </pc:spChg>
        <pc:spChg chg="add mod">
          <ac:chgData name="Bernike Rijksen" userId="3dc54707-e923-4d93-97b4-f78fcf7fa426" providerId="ADAL" clId="{F82C18F3-40F0-4DD1-9632-234241DD39BA}" dt="2025-04-29T09:16:54.525" v="11669" actId="208"/>
          <ac:spMkLst>
            <pc:docMk/>
            <pc:sldMk cId="3801247352" sldId="296"/>
            <ac:spMk id="25" creationId="{1BEE6818-EF0C-1751-6D17-C5A85B39F31D}"/>
          </ac:spMkLst>
        </pc:spChg>
        <pc:spChg chg="add mod">
          <ac:chgData name="Bernike Rijksen" userId="3dc54707-e923-4d93-97b4-f78fcf7fa426" providerId="ADAL" clId="{F82C18F3-40F0-4DD1-9632-234241DD39BA}" dt="2025-04-29T09:16:58.006" v="11671" actId="1076"/>
          <ac:spMkLst>
            <pc:docMk/>
            <pc:sldMk cId="3801247352" sldId="296"/>
            <ac:spMk id="26" creationId="{4CA4D1E4-9B22-2476-FAE9-64D43582F652}"/>
          </ac:spMkLst>
        </pc:spChg>
        <pc:picChg chg="add del mod">
          <ac:chgData name="Bernike Rijksen" userId="3dc54707-e923-4d93-97b4-f78fcf7fa426" providerId="ADAL" clId="{F82C18F3-40F0-4DD1-9632-234241DD39BA}" dt="2025-04-29T09:11:46.378" v="11473" actId="478"/>
          <ac:picMkLst>
            <pc:docMk/>
            <pc:sldMk cId="3801247352" sldId="296"/>
            <ac:picMk id="4" creationId="{780717B3-0D1E-44DB-43CE-3EB2D30FCD25}"/>
          </ac:picMkLst>
        </pc:picChg>
        <pc:picChg chg="add mod ord">
          <ac:chgData name="Bernike Rijksen" userId="3dc54707-e923-4d93-97b4-f78fcf7fa426" providerId="ADAL" clId="{F82C18F3-40F0-4DD1-9632-234241DD39BA}" dt="2025-04-29T09:11:36.149" v="11469" actId="167"/>
          <ac:picMkLst>
            <pc:docMk/>
            <pc:sldMk cId="3801247352" sldId="296"/>
            <ac:picMk id="16" creationId="{183A49D1-E890-9C67-FC53-3D26566C2D38}"/>
          </ac:picMkLst>
        </pc:picChg>
        <pc:picChg chg="add mod">
          <ac:chgData name="Bernike Rijksen" userId="3dc54707-e923-4d93-97b4-f78fcf7fa426" providerId="ADAL" clId="{F82C18F3-40F0-4DD1-9632-234241DD39BA}" dt="2025-04-29T09:12:56.657" v="11501" actId="1076"/>
          <ac:picMkLst>
            <pc:docMk/>
            <pc:sldMk cId="3801247352" sldId="296"/>
            <ac:picMk id="20" creationId="{289E8B50-4F32-15E7-B1EA-192F5D7CBAF6}"/>
          </ac:picMkLst>
        </pc:picChg>
        <pc:picChg chg="add mod modCrop">
          <ac:chgData name="Bernike Rijksen" userId="3dc54707-e923-4d93-97b4-f78fcf7fa426" providerId="ADAL" clId="{F82C18F3-40F0-4DD1-9632-234241DD39BA}" dt="2025-04-29T09:13:48.063" v="11504" actId="732"/>
          <ac:picMkLst>
            <pc:docMk/>
            <pc:sldMk cId="3801247352" sldId="296"/>
            <ac:picMk id="22" creationId="{222BDCB9-5A77-AF89-E9C8-9F00F82C8519}"/>
          </ac:picMkLst>
        </pc:picChg>
      </pc:sldChg>
      <pc:sldChg chg="addSp delSp modSp new mod ord">
        <pc:chgData name="Bernike Rijksen" userId="3dc54707-e923-4d93-97b4-f78fcf7fa426" providerId="ADAL" clId="{F82C18F3-40F0-4DD1-9632-234241DD39BA}" dt="2025-04-29T10:20:42.195" v="11679" actId="166"/>
        <pc:sldMkLst>
          <pc:docMk/>
          <pc:sldMk cId="114188505" sldId="297"/>
        </pc:sldMkLst>
        <pc:spChg chg="add mod ord">
          <ac:chgData name="Bernike Rijksen" userId="3dc54707-e923-4d93-97b4-f78fcf7fa426" providerId="ADAL" clId="{F82C18F3-40F0-4DD1-9632-234241DD39BA}" dt="2025-04-29T10:20:42.195" v="11679" actId="166"/>
          <ac:spMkLst>
            <pc:docMk/>
            <pc:sldMk cId="114188505" sldId="297"/>
            <ac:spMk id="2" creationId="{7D6092EE-4756-97C6-C8CD-312A6781829B}"/>
          </ac:spMkLst>
        </pc:spChg>
        <pc:picChg chg="add del mod">
          <ac:chgData name="Bernike Rijksen" userId="3dc54707-e923-4d93-97b4-f78fcf7fa426" providerId="ADAL" clId="{F82C18F3-40F0-4DD1-9632-234241DD39BA}" dt="2025-04-29T10:20:31.812" v="11677" actId="478"/>
          <ac:picMkLst>
            <pc:docMk/>
            <pc:sldMk cId="114188505" sldId="297"/>
            <ac:picMk id="4" creationId="{A919EDCA-B407-DD89-F388-7C78A4380B7B}"/>
          </ac:picMkLst>
        </pc:picChg>
        <pc:picChg chg="add mod">
          <ac:chgData name="Bernike Rijksen" userId="3dc54707-e923-4d93-97b4-f78fcf7fa426" providerId="ADAL" clId="{F82C18F3-40F0-4DD1-9632-234241DD39BA}" dt="2025-04-29T10:20:34.809" v="11678"/>
          <ac:picMkLst>
            <pc:docMk/>
            <pc:sldMk cId="114188505" sldId="297"/>
            <ac:picMk id="6" creationId="{D7A571E0-4B01-0955-0293-5C2084664462}"/>
          </ac:picMkLst>
        </pc:picChg>
      </pc:sldChg>
      <pc:sldChg chg="addSp delSp modSp add del mod modShow">
        <pc:chgData name="Bernike Rijksen" userId="3dc54707-e923-4d93-97b4-f78fcf7fa426" providerId="ADAL" clId="{F82C18F3-40F0-4DD1-9632-234241DD39BA}" dt="2025-04-29T13:15:55.660" v="11738" actId="47"/>
        <pc:sldMkLst>
          <pc:docMk/>
          <pc:sldMk cId="515430789" sldId="298"/>
        </pc:sldMkLst>
        <pc:picChg chg="add mod">
          <ac:chgData name="Bernike Rijksen" userId="3dc54707-e923-4d93-97b4-f78fcf7fa426" providerId="ADAL" clId="{F82C18F3-40F0-4DD1-9632-234241DD39BA}" dt="2025-04-29T10:21:54.677" v="11694" actId="14100"/>
          <ac:picMkLst>
            <pc:docMk/>
            <pc:sldMk cId="515430789" sldId="298"/>
            <ac:picMk id="4" creationId="{73B1689B-DC7E-8913-6DAF-D8CB4FEF8896}"/>
          </ac:picMkLst>
        </pc:picChg>
        <pc:picChg chg="add del mod">
          <ac:chgData name="Bernike Rijksen" userId="3dc54707-e923-4d93-97b4-f78fcf7fa426" providerId="ADAL" clId="{F82C18F3-40F0-4DD1-9632-234241DD39BA}" dt="2025-04-29T10:21:56.025" v="11695" actId="478"/>
          <ac:picMkLst>
            <pc:docMk/>
            <pc:sldMk cId="515430789" sldId="298"/>
            <ac:picMk id="5" creationId="{9684B354-67FD-2383-AF2A-8B6997D93A2B}"/>
          </ac:picMkLst>
        </pc:picChg>
        <pc:picChg chg="add mod">
          <ac:chgData name="Bernike Rijksen" userId="3dc54707-e923-4d93-97b4-f78fcf7fa426" providerId="ADAL" clId="{F82C18F3-40F0-4DD1-9632-234241DD39BA}" dt="2025-04-29T10:23:06.813" v="11698" actId="14100"/>
          <ac:picMkLst>
            <pc:docMk/>
            <pc:sldMk cId="515430789" sldId="298"/>
            <ac:picMk id="7" creationId="{181ED22A-511B-1053-D5B1-0E714656D48C}"/>
          </ac:picMkLst>
        </pc:picChg>
        <pc:picChg chg="add mod">
          <ac:chgData name="Bernike Rijksen" userId="3dc54707-e923-4d93-97b4-f78fcf7fa426" providerId="ADAL" clId="{F82C18F3-40F0-4DD1-9632-234241DD39BA}" dt="2025-04-29T10:23:23.412" v="11701" actId="14100"/>
          <ac:picMkLst>
            <pc:docMk/>
            <pc:sldMk cId="515430789" sldId="298"/>
            <ac:picMk id="9" creationId="{40D9B8F1-0627-4795-137C-CBEF23E70179}"/>
          </ac:picMkLst>
        </pc:picChg>
        <pc:picChg chg="add mod">
          <ac:chgData name="Bernike Rijksen" userId="3dc54707-e923-4d93-97b4-f78fcf7fa426" providerId="ADAL" clId="{F82C18F3-40F0-4DD1-9632-234241DD39BA}" dt="2025-04-29T10:23:41.570" v="11704" actId="14100"/>
          <ac:picMkLst>
            <pc:docMk/>
            <pc:sldMk cId="515430789" sldId="298"/>
            <ac:picMk id="15" creationId="{2C958FFE-CDCD-B67A-5F4A-E270F136AC74}"/>
          </ac:picMkLst>
        </pc:picChg>
        <pc:picChg chg="del">
          <ac:chgData name="Bernike Rijksen" userId="3dc54707-e923-4d93-97b4-f78fcf7fa426" providerId="ADAL" clId="{F82C18F3-40F0-4DD1-9632-234241DD39BA}" dt="2025-04-29T10:21:04.506" v="11681" actId="478"/>
          <ac:picMkLst>
            <pc:docMk/>
            <pc:sldMk cId="515430789" sldId="298"/>
            <ac:picMk id="16" creationId="{3B2A08D3-5FB8-ECB7-400B-5CB5FEDED197}"/>
          </ac:picMkLst>
        </pc:picChg>
        <pc:picChg chg="del">
          <ac:chgData name="Bernike Rijksen" userId="3dc54707-e923-4d93-97b4-f78fcf7fa426" providerId="ADAL" clId="{F82C18F3-40F0-4DD1-9632-234241DD39BA}" dt="2025-04-29T10:21:04.923" v="11682" actId="478"/>
          <ac:picMkLst>
            <pc:docMk/>
            <pc:sldMk cId="515430789" sldId="298"/>
            <ac:picMk id="18" creationId="{88662E6D-CC36-6BA4-2F1D-33C0FD1FA0CE}"/>
          </ac:picMkLst>
        </pc:picChg>
        <pc:picChg chg="add mod">
          <ac:chgData name="Bernike Rijksen" userId="3dc54707-e923-4d93-97b4-f78fcf7fa426" providerId="ADAL" clId="{F82C18F3-40F0-4DD1-9632-234241DD39BA}" dt="2025-04-29T10:25:07.754" v="11706" actId="1076"/>
          <ac:picMkLst>
            <pc:docMk/>
            <pc:sldMk cId="515430789" sldId="298"/>
            <ac:picMk id="19" creationId="{4DDD5703-55CD-DFF6-41E2-D12632999133}"/>
          </ac:picMkLst>
        </pc:picChg>
        <pc:picChg chg="del">
          <ac:chgData name="Bernike Rijksen" userId="3dc54707-e923-4d93-97b4-f78fcf7fa426" providerId="ADAL" clId="{F82C18F3-40F0-4DD1-9632-234241DD39BA}" dt="2025-04-29T10:21:05.380" v="11683" actId="478"/>
          <ac:picMkLst>
            <pc:docMk/>
            <pc:sldMk cId="515430789" sldId="298"/>
            <ac:picMk id="20" creationId="{64373E9E-AA4C-1568-4A79-0D7589610A93}"/>
          </ac:picMkLst>
        </pc:picChg>
        <pc:picChg chg="del">
          <ac:chgData name="Bernike Rijksen" userId="3dc54707-e923-4d93-97b4-f78fcf7fa426" providerId="ADAL" clId="{F82C18F3-40F0-4DD1-9632-234241DD39BA}" dt="2025-04-29T10:21:06.252" v="11684" actId="478"/>
          <ac:picMkLst>
            <pc:docMk/>
            <pc:sldMk cId="515430789" sldId="298"/>
            <ac:picMk id="22" creationId="{CB40204F-FD52-F4E3-A55D-0AF0C8600763}"/>
          </ac:picMkLst>
        </pc:picChg>
        <pc:picChg chg="del">
          <ac:chgData name="Bernike Rijksen" userId="3dc54707-e923-4d93-97b4-f78fcf7fa426" providerId="ADAL" clId="{F82C18F3-40F0-4DD1-9632-234241DD39BA}" dt="2025-04-29T10:21:06.899" v="11685" actId="478"/>
          <ac:picMkLst>
            <pc:docMk/>
            <pc:sldMk cId="515430789" sldId="298"/>
            <ac:picMk id="24" creationId="{A117CC2B-73B0-0AAD-2E6F-BF0CB54696E8}"/>
          </ac:picMkLst>
        </pc:picChg>
      </pc:sldChg>
      <pc:sldChg chg="addSp delSp modSp add mod ord">
        <pc:chgData name="Bernike Rijksen" userId="3dc54707-e923-4d93-97b4-f78fcf7fa426" providerId="ADAL" clId="{F82C18F3-40F0-4DD1-9632-234241DD39BA}" dt="2025-04-29T12:09:21.724" v="11733"/>
        <pc:sldMkLst>
          <pc:docMk/>
          <pc:sldMk cId="2293126820" sldId="299"/>
        </pc:sldMkLst>
        <pc:picChg chg="add mod">
          <ac:chgData name="Bernike Rijksen" userId="3dc54707-e923-4d93-97b4-f78fcf7fa426" providerId="ADAL" clId="{F82C18F3-40F0-4DD1-9632-234241DD39BA}" dt="2025-04-29T10:28:06.097" v="11717" actId="14100"/>
          <ac:picMkLst>
            <pc:docMk/>
            <pc:sldMk cId="2293126820" sldId="299"/>
            <ac:picMk id="4" creationId="{51D3591B-E310-B5BC-89D2-74B89DC8AC90}"/>
          </ac:picMkLst>
        </pc:picChg>
        <pc:picChg chg="add mod">
          <ac:chgData name="Bernike Rijksen" userId="3dc54707-e923-4d93-97b4-f78fcf7fa426" providerId="ADAL" clId="{F82C18F3-40F0-4DD1-9632-234241DD39BA}" dt="2025-04-29T10:28:27.806" v="11720" actId="14100"/>
          <ac:picMkLst>
            <pc:docMk/>
            <pc:sldMk cId="2293126820" sldId="299"/>
            <ac:picMk id="6" creationId="{F1D38887-016A-BBB0-3335-38091A9ED3F3}"/>
          </ac:picMkLst>
        </pc:picChg>
        <pc:picChg chg="add mod">
          <ac:chgData name="Bernike Rijksen" userId="3dc54707-e923-4d93-97b4-f78fcf7fa426" providerId="ADAL" clId="{F82C18F3-40F0-4DD1-9632-234241DD39BA}" dt="2025-04-29T10:28:43.353" v="11723" actId="14100"/>
          <ac:picMkLst>
            <pc:docMk/>
            <pc:sldMk cId="2293126820" sldId="299"/>
            <ac:picMk id="8" creationId="{5D9370D1-5DA5-C016-3A4D-03B5577B010F}"/>
          </ac:picMkLst>
        </pc:picChg>
        <pc:picChg chg="add mod">
          <ac:chgData name="Bernike Rijksen" userId="3dc54707-e923-4d93-97b4-f78fcf7fa426" providerId="ADAL" clId="{F82C18F3-40F0-4DD1-9632-234241DD39BA}" dt="2025-04-29T10:28:59.590" v="11726" actId="14100"/>
          <ac:picMkLst>
            <pc:docMk/>
            <pc:sldMk cId="2293126820" sldId="299"/>
            <ac:picMk id="10" creationId="{AB33FAB6-0624-E200-A198-77F6A8CE9F68}"/>
          </ac:picMkLst>
        </pc:picChg>
        <pc:picChg chg="del">
          <ac:chgData name="Bernike Rijksen" userId="3dc54707-e923-4d93-97b4-f78fcf7fa426" providerId="ADAL" clId="{F82C18F3-40F0-4DD1-9632-234241DD39BA}" dt="2025-04-29T10:27:44.365" v="11714" actId="478"/>
          <ac:picMkLst>
            <pc:docMk/>
            <pc:sldMk cId="2293126820" sldId="299"/>
            <ac:picMk id="16" creationId="{F9D00F22-1B17-500C-2804-79B21A1AB38D}"/>
          </ac:picMkLst>
        </pc:picChg>
        <pc:picChg chg="add mod">
          <ac:chgData name="Bernike Rijksen" userId="3dc54707-e923-4d93-97b4-f78fcf7fa426" providerId="ADAL" clId="{F82C18F3-40F0-4DD1-9632-234241DD39BA}" dt="2025-04-29T10:29:22.156" v="11729" actId="14100"/>
          <ac:picMkLst>
            <pc:docMk/>
            <pc:sldMk cId="2293126820" sldId="299"/>
            <ac:picMk id="17" creationId="{F1747AB1-9649-8899-87EC-D18FC0A3EE33}"/>
          </ac:picMkLst>
        </pc:picChg>
        <pc:picChg chg="del mod">
          <ac:chgData name="Bernike Rijksen" userId="3dc54707-e923-4d93-97b4-f78fcf7fa426" providerId="ADAL" clId="{F82C18F3-40F0-4DD1-9632-234241DD39BA}" dt="2025-04-29T10:27:43.832" v="11713" actId="478"/>
          <ac:picMkLst>
            <pc:docMk/>
            <pc:sldMk cId="2293126820" sldId="299"/>
            <ac:picMk id="18" creationId="{FAC40313-532F-7163-48C6-0ABB94A256C8}"/>
          </ac:picMkLst>
        </pc:picChg>
        <pc:picChg chg="del">
          <ac:chgData name="Bernike Rijksen" userId="3dc54707-e923-4d93-97b4-f78fcf7fa426" providerId="ADAL" clId="{F82C18F3-40F0-4DD1-9632-234241DD39BA}" dt="2025-04-29T10:27:43.422" v="11711" actId="478"/>
          <ac:picMkLst>
            <pc:docMk/>
            <pc:sldMk cId="2293126820" sldId="299"/>
            <ac:picMk id="20" creationId="{3C30B684-C63C-DC72-891B-6BE5ABB52FAF}"/>
          </ac:picMkLst>
        </pc:picChg>
        <pc:picChg chg="del">
          <ac:chgData name="Bernike Rijksen" userId="3dc54707-e923-4d93-97b4-f78fcf7fa426" providerId="ADAL" clId="{F82C18F3-40F0-4DD1-9632-234241DD39BA}" dt="2025-04-29T10:27:43.007" v="11710" actId="478"/>
          <ac:picMkLst>
            <pc:docMk/>
            <pc:sldMk cId="2293126820" sldId="299"/>
            <ac:picMk id="22" creationId="{498A84D5-CEC2-49E7-569B-0D9570A61385}"/>
          </ac:picMkLst>
        </pc:picChg>
        <pc:picChg chg="del">
          <ac:chgData name="Bernike Rijksen" userId="3dc54707-e923-4d93-97b4-f78fcf7fa426" providerId="ADAL" clId="{F82C18F3-40F0-4DD1-9632-234241DD39BA}" dt="2025-04-29T10:27:42.587" v="11709" actId="478"/>
          <ac:picMkLst>
            <pc:docMk/>
            <pc:sldMk cId="2293126820" sldId="299"/>
            <ac:picMk id="24" creationId="{00F1BEEA-9E03-8CDA-E987-31DE059E9C9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A45D47-9100-4A33-86EB-56A6A25E8410}" type="datetimeFigureOut">
              <a:rPr lang="nl-NL" smtClean="0"/>
              <a:t>29-4-2025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305D00-3117-4CE5-92BE-FCDFA2DBC976}" type="slidenum">
              <a:rPr lang="nl-NL" smtClean="0"/>
              <a:t>‹#›</a:t>
            </a:fld>
            <a:endParaRPr lang="nl-NL"/>
          </a:p>
        </p:txBody>
      </p:sp>
    </p:spTree>
    <p:extLst>
      <p:ext uri="{BB962C8B-B14F-4D97-AF65-F5344CB8AC3E}">
        <p14:creationId xmlns:p14="http://schemas.microsoft.com/office/powerpoint/2010/main" val="3864739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jp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eldia met afbeelding">
    <p:bg>
      <p:bgPr>
        <a:solidFill>
          <a:schemeClr val="bg1"/>
        </a:solidFill>
        <a:effectLst/>
      </p:bgPr>
    </p:bg>
    <p:spTree>
      <p:nvGrpSpPr>
        <p:cNvPr id="1" name=""/>
        <p:cNvGrpSpPr/>
        <p:nvPr/>
      </p:nvGrpSpPr>
      <p:grpSpPr>
        <a:xfrm>
          <a:off x="0" y="0"/>
          <a:ext cx="0" cy="0"/>
          <a:chOff x="0" y="0"/>
          <a:chExt cx="0" cy="0"/>
        </a:xfrm>
      </p:grpSpPr>
      <p:sp>
        <p:nvSpPr>
          <p:cNvPr id="6" name="Tijdelijke aanduiding voor afbeelding 5">
            <a:extLst>
              <a:ext uri="{FF2B5EF4-FFF2-40B4-BE49-F238E27FC236}">
                <a16:creationId xmlns:a16="http://schemas.microsoft.com/office/drawing/2014/main" id="{2409F655-5D92-49A1-8D63-A41D1D8478E8}"/>
              </a:ext>
            </a:extLst>
          </p:cNvPr>
          <p:cNvSpPr>
            <a:spLocks noGrp="1"/>
          </p:cNvSpPr>
          <p:nvPr>
            <p:ph type="pic" sz="quarter" idx="10" hasCustomPrompt="1"/>
          </p:nvPr>
        </p:nvSpPr>
        <p:spPr>
          <a:xfrm>
            <a:off x="5333998" y="0"/>
            <a:ext cx="6858000" cy="6858000"/>
          </a:xfrm>
          <a:solidFill>
            <a:schemeClr val="bg1">
              <a:lumMod val="75000"/>
            </a:schemeClr>
          </a:solidFill>
        </p:spPr>
        <p:txBody>
          <a:bodyPr lIns="1800000" tIns="1800000" rIns="1800000"/>
          <a:lstStyle>
            <a:lvl1pPr algn="ctr">
              <a:defRPr>
                <a:solidFill>
                  <a:schemeClr val="bg1">
                    <a:lumMod val="95000"/>
                  </a:schemeClr>
                </a:solidFill>
              </a:defRPr>
            </a:lvl1pPr>
          </a:lstStyle>
          <a:p>
            <a:r>
              <a:rPr lang="nl-NL" dirty="0"/>
              <a:t>Gebruik wijzig foto in het Goudappel lint om deze foto te wijzigen</a:t>
            </a:r>
          </a:p>
        </p:txBody>
      </p:sp>
      <p:sp>
        <p:nvSpPr>
          <p:cNvPr id="28" name="Rechthoek 27">
            <a:extLst>
              <a:ext uri="{FF2B5EF4-FFF2-40B4-BE49-F238E27FC236}">
                <a16:creationId xmlns:a16="http://schemas.microsoft.com/office/drawing/2014/main" id="{76E96ED4-8E1B-47EA-91FB-702BD1249694}"/>
              </a:ext>
            </a:extLst>
          </p:cNvPr>
          <p:cNvSpPr/>
          <p:nvPr userDrawn="1"/>
        </p:nvSpPr>
        <p:spPr>
          <a:xfrm>
            <a:off x="0" y="0"/>
            <a:ext cx="533399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err="1"/>
          </a:p>
        </p:txBody>
      </p:sp>
      <p:sp>
        <p:nvSpPr>
          <p:cNvPr id="2" name="Titel 1">
            <a:extLst>
              <a:ext uri="{FF2B5EF4-FFF2-40B4-BE49-F238E27FC236}">
                <a16:creationId xmlns:a16="http://schemas.microsoft.com/office/drawing/2014/main" id="{16787226-E371-4F5A-B004-BF76810B9EDF}"/>
              </a:ext>
            </a:extLst>
          </p:cNvPr>
          <p:cNvSpPr>
            <a:spLocks noGrp="1"/>
          </p:cNvSpPr>
          <p:nvPr>
            <p:ph type="ctrTitle" hasCustomPrompt="1"/>
          </p:nvPr>
        </p:nvSpPr>
        <p:spPr>
          <a:xfrm>
            <a:off x="766764" y="2725751"/>
            <a:ext cx="3769180" cy="553998"/>
          </a:xfrm>
        </p:spPr>
        <p:txBody>
          <a:bodyPr anchor="b"/>
          <a:lstStyle>
            <a:lvl1pPr algn="l">
              <a:lnSpc>
                <a:spcPct val="100000"/>
              </a:lnSpc>
              <a:defRPr sz="3600"/>
            </a:lvl1pPr>
          </a:lstStyle>
          <a:p>
            <a:r>
              <a:rPr lang="nl-NL" dirty="0"/>
              <a:t>TITEL</a:t>
            </a:r>
          </a:p>
        </p:txBody>
      </p:sp>
      <p:sp>
        <p:nvSpPr>
          <p:cNvPr id="3" name="Ondertitel 2">
            <a:extLst>
              <a:ext uri="{FF2B5EF4-FFF2-40B4-BE49-F238E27FC236}">
                <a16:creationId xmlns:a16="http://schemas.microsoft.com/office/drawing/2014/main" id="{14BE9627-AB19-4C59-9CFE-D94AD5E90523}"/>
              </a:ext>
            </a:extLst>
          </p:cNvPr>
          <p:cNvSpPr>
            <a:spLocks noGrp="1"/>
          </p:cNvSpPr>
          <p:nvPr>
            <p:ph type="subTitle" idx="1" hasCustomPrompt="1"/>
          </p:nvPr>
        </p:nvSpPr>
        <p:spPr>
          <a:xfrm>
            <a:off x="766763" y="3615099"/>
            <a:ext cx="3769181" cy="2298335"/>
          </a:xfrm>
        </p:spPr>
        <p:txBody>
          <a:bodyPr>
            <a:noAutofit/>
          </a:bodyPr>
          <a:lstStyle>
            <a:lvl1pPr marL="0" indent="0" algn="l">
              <a:buNone/>
              <a:defRPr sz="2000" spc="-2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subtitel</a:t>
            </a:r>
          </a:p>
        </p:txBody>
      </p:sp>
      <p:grpSp>
        <p:nvGrpSpPr>
          <p:cNvPr id="7" name="Groep 6">
            <a:extLst>
              <a:ext uri="{FF2B5EF4-FFF2-40B4-BE49-F238E27FC236}">
                <a16:creationId xmlns:a16="http://schemas.microsoft.com/office/drawing/2014/main" id="{94936B73-96C0-490B-A963-6E418BBE2FFC}"/>
              </a:ext>
            </a:extLst>
          </p:cNvPr>
          <p:cNvGrpSpPr/>
          <p:nvPr userDrawn="1"/>
        </p:nvGrpSpPr>
        <p:grpSpPr>
          <a:xfrm>
            <a:off x="0" y="3406140"/>
            <a:ext cx="3769179" cy="47353"/>
            <a:chOff x="0" y="1471262"/>
            <a:chExt cx="6471285" cy="76200"/>
          </a:xfrm>
        </p:grpSpPr>
        <p:sp>
          <p:nvSpPr>
            <p:cNvPr id="8" name="object 2">
              <a:extLst>
                <a:ext uri="{FF2B5EF4-FFF2-40B4-BE49-F238E27FC236}">
                  <a16:creationId xmlns:a16="http://schemas.microsoft.com/office/drawing/2014/main" id="{2D23CEAD-73AF-4339-A4B0-01B150264EBF}"/>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chemeClr val="accent1"/>
              </a:solidFill>
            </a:ln>
          </p:spPr>
          <p:txBody>
            <a:bodyPr wrap="square" lIns="0" tIns="0" rIns="0" bIns="0" rtlCol="0"/>
            <a:lstStyle/>
            <a:p>
              <a:endParaRPr/>
            </a:p>
          </p:txBody>
        </p:sp>
        <p:sp>
          <p:nvSpPr>
            <p:cNvPr id="9" name="object 3">
              <a:extLst>
                <a:ext uri="{FF2B5EF4-FFF2-40B4-BE49-F238E27FC236}">
                  <a16:creationId xmlns:a16="http://schemas.microsoft.com/office/drawing/2014/main" id="{044F4F9C-490A-4A42-8209-627E0C3FAC40}"/>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chemeClr val="accent1"/>
              </a:solidFill>
            </a:ln>
          </p:spPr>
          <p:txBody>
            <a:bodyPr wrap="square" lIns="0" tIns="0" rIns="0" bIns="0" rtlCol="0"/>
            <a:lstStyle/>
            <a:p>
              <a:endParaRPr/>
            </a:p>
          </p:txBody>
        </p:sp>
      </p:grpSp>
      <p:sp>
        <p:nvSpPr>
          <p:cNvPr id="18" name="Tijdelijke aanduiding voor dianummer 5">
            <a:extLst>
              <a:ext uri="{FF2B5EF4-FFF2-40B4-BE49-F238E27FC236}">
                <a16:creationId xmlns:a16="http://schemas.microsoft.com/office/drawing/2014/main" id="{C6C3F858-DDE9-458A-B4AB-4F5F7326A3CA}"/>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bg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
        <p:nvSpPr>
          <p:cNvPr id="21" name="Tijdelijke aanduiding voor tekst 12">
            <a:extLst>
              <a:ext uri="{FF2B5EF4-FFF2-40B4-BE49-F238E27FC236}">
                <a16:creationId xmlns:a16="http://schemas.microsoft.com/office/drawing/2014/main" id="{BE519AA6-DC4F-4E7B-9171-04B854F25D97}"/>
              </a:ext>
            </a:extLst>
          </p:cNvPr>
          <p:cNvSpPr>
            <a:spLocks noGrp="1"/>
          </p:cNvSpPr>
          <p:nvPr>
            <p:ph type="body" sz="quarter" idx="11" hasCustomPrompt="1"/>
          </p:nvPr>
        </p:nvSpPr>
        <p:spPr>
          <a:xfrm>
            <a:off x="11460617" y="6315526"/>
            <a:ext cx="328612" cy="327025"/>
          </a:xfrm>
          <a:blipFill>
            <a:blip r:embed="rId2">
              <a:extLst>
                <a:ext uri="{96DAC541-7B7A-43D3-8B79-37D633B846F1}">
                  <asvg:svgBlip xmlns:asvg="http://schemas.microsoft.com/office/drawing/2016/SVG/main" r:embed="rId3"/>
                </a:ext>
              </a:extLst>
            </a:blip>
            <a:stretch>
              <a:fillRect/>
            </a:stretch>
          </a:blipFill>
        </p:spPr>
        <p:txBody>
          <a:bodyPr/>
          <a:lstStyle/>
          <a:p>
            <a:pPr lvl="0"/>
            <a:r>
              <a:rPr lang="nl-NL" dirty="0"/>
              <a:t> </a:t>
            </a:r>
          </a:p>
        </p:txBody>
      </p:sp>
      <p:sp>
        <p:nvSpPr>
          <p:cNvPr id="23" name="Tijdelijke aanduiding voor datum 3">
            <a:extLst>
              <a:ext uri="{FF2B5EF4-FFF2-40B4-BE49-F238E27FC236}">
                <a16:creationId xmlns:a16="http://schemas.microsoft.com/office/drawing/2014/main" id="{368BA28F-43E5-4679-BDE6-A75329EB19C8}"/>
              </a:ext>
            </a:extLst>
          </p:cNvPr>
          <p:cNvSpPr>
            <a:spLocks noGrp="1"/>
          </p:cNvSpPr>
          <p:nvPr>
            <p:ph type="dt" sz="half" idx="2"/>
          </p:nvPr>
        </p:nvSpPr>
        <p:spPr>
          <a:xfrm>
            <a:off x="1447799" y="6115917"/>
            <a:ext cx="3088145" cy="180000"/>
          </a:xfrm>
          <a:prstGeom prst="rect">
            <a:avLst/>
          </a:prstGeom>
        </p:spPr>
        <p:txBody>
          <a:bodyPr vert="horz" lIns="0" tIns="0" rIns="0" bIns="0" rtlCol="0" anchor="ctr"/>
          <a:lstStyle>
            <a:lvl1pPr algn="l">
              <a:defRPr sz="900">
                <a:solidFill>
                  <a:schemeClr val="tx1"/>
                </a:solidFill>
                <a:latin typeface="Segoe UI Light" panose="020B0502040204020203" pitchFamily="34" charset="0"/>
                <a:cs typeface="Segoe UI Light" panose="020B0502040204020203" pitchFamily="34" charset="0"/>
              </a:defRPr>
            </a:lvl1pPr>
          </a:lstStyle>
          <a:p>
            <a:r>
              <a:rPr lang="nl-NL"/>
              <a:t>d mnd jaar</a:t>
            </a:r>
            <a:endParaRPr lang="nl-NL" dirty="0"/>
          </a:p>
        </p:txBody>
      </p:sp>
      <p:sp>
        <p:nvSpPr>
          <p:cNvPr id="24" name="Tijdelijke aanduiding voor voettekst 4">
            <a:extLst>
              <a:ext uri="{FF2B5EF4-FFF2-40B4-BE49-F238E27FC236}">
                <a16:creationId xmlns:a16="http://schemas.microsoft.com/office/drawing/2014/main" id="{E6FC2A51-354D-481E-9073-B9B60CAE29C5}"/>
              </a:ext>
            </a:extLst>
          </p:cNvPr>
          <p:cNvSpPr>
            <a:spLocks noGrp="1"/>
          </p:cNvSpPr>
          <p:nvPr>
            <p:ph type="ftr" sz="quarter" idx="3"/>
          </p:nvPr>
        </p:nvSpPr>
        <p:spPr>
          <a:xfrm>
            <a:off x="1447799" y="5931352"/>
            <a:ext cx="3088145" cy="180000"/>
          </a:xfrm>
          <a:prstGeom prst="rect">
            <a:avLst/>
          </a:prstGeom>
        </p:spPr>
        <p:txBody>
          <a:bodyPr vert="horz" lIns="0" tIns="0" rIns="0" bIns="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pPr algn="l"/>
            <a:endParaRPr lang="nl-NL" dirty="0"/>
          </a:p>
        </p:txBody>
      </p:sp>
      <p:sp>
        <p:nvSpPr>
          <p:cNvPr id="25" name="txtReference">
            <a:extLst>
              <a:ext uri="{FF2B5EF4-FFF2-40B4-BE49-F238E27FC236}">
                <a16:creationId xmlns:a16="http://schemas.microsoft.com/office/drawing/2014/main" id="{54AF751C-BE30-46E2-9E45-57BDAA57D0D4}"/>
              </a:ext>
            </a:extLst>
          </p:cNvPr>
          <p:cNvSpPr txBox="1"/>
          <p:nvPr userDrawn="1"/>
        </p:nvSpPr>
        <p:spPr>
          <a:xfrm>
            <a:off x="766763" y="5931352"/>
            <a:ext cx="630237" cy="180000"/>
          </a:xfrm>
          <a:prstGeom prst="rect">
            <a:avLst/>
          </a:prstGeom>
          <a:noFill/>
        </p:spPr>
        <p:txBody>
          <a:bodyPr wrap="square" lIns="0" tIns="0" rIns="0" bIns="0" rtlCol="0" anchor="ctr">
            <a:noAutofit/>
          </a:bodyPr>
          <a:lstStyle/>
          <a:p>
            <a:r>
              <a:rPr lang="nl-NL" sz="900" dirty="0">
                <a:latin typeface="Segoe UI Light" panose="020B0502040204020203" pitchFamily="34" charset="0"/>
                <a:cs typeface="Segoe UI Light" panose="020B0502040204020203" pitchFamily="34" charset="0"/>
              </a:rPr>
              <a:t>Kenmerk:</a:t>
            </a:r>
          </a:p>
        </p:txBody>
      </p:sp>
      <p:sp>
        <p:nvSpPr>
          <p:cNvPr id="26" name="txtDate">
            <a:extLst>
              <a:ext uri="{FF2B5EF4-FFF2-40B4-BE49-F238E27FC236}">
                <a16:creationId xmlns:a16="http://schemas.microsoft.com/office/drawing/2014/main" id="{D1A5A079-36C3-408E-AA33-218F0D9A325D}"/>
              </a:ext>
            </a:extLst>
          </p:cNvPr>
          <p:cNvSpPr txBox="1"/>
          <p:nvPr userDrawn="1"/>
        </p:nvSpPr>
        <p:spPr>
          <a:xfrm>
            <a:off x="766763" y="6115917"/>
            <a:ext cx="630237" cy="180000"/>
          </a:xfrm>
          <a:prstGeom prst="rect">
            <a:avLst/>
          </a:prstGeom>
          <a:noFill/>
        </p:spPr>
        <p:txBody>
          <a:bodyPr wrap="square" lIns="0" tIns="0" rIns="0" bIns="0" rtlCol="0" anchor="ctr">
            <a:noAutofit/>
          </a:bodyPr>
          <a:lstStyle/>
          <a:p>
            <a:r>
              <a:rPr lang="nl-NL" sz="900" dirty="0">
                <a:latin typeface="Segoe UI Light" panose="020B0502040204020203" pitchFamily="34" charset="0"/>
                <a:cs typeface="Segoe UI Light" panose="020B0502040204020203" pitchFamily="34" charset="0"/>
              </a:rPr>
              <a:t>Datum:</a:t>
            </a:r>
          </a:p>
        </p:txBody>
      </p:sp>
    </p:spTree>
    <p:extLst>
      <p:ext uri="{BB962C8B-B14F-4D97-AF65-F5344CB8AC3E}">
        <p14:creationId xmlns:p14="http://schemas.microsoft.com/office/powerpoint/2010/main" val="268315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2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00" fill="hold"/>
                                        <p:tgtEl>
                                          <p:spTgt spid="7"/>
                                        </p:tgtEl>
                                        <p:attrNameLst>
                                          <p:attrName>ppt_x</p:attrName>
                                        </p:attrNameLst>
                                      </p:cBhvr>
                                      <p:tavLst>
                                        <p:tav tm="0">
                                          <p:val>
                                            <p:strVal val="0-#ppt_w/2"/>
                                          </p:val>
                                        </p:tav>
                                        <p:tav tm="100000">
                                          <p:val>
                                            <p:strVal val="#ppt_x"/>
                                          </p:val>
                                        </p:tav>
                                      </p:tavLst>
                                    </p:anim>
                                    <p:anim calcmode="lin" valueType="num">
                                      <p:cBhvr additive="base">
                                        <p:cTn id="8" dur="2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D1355-C620-496B-B7C0-FF8385D053DB}"/>
              </a:ext>
            </a:extLst>
          </p:cNvPr>
          <p:cNvSpPr>
            <a:spLocks noGrp="1"/>
          </p:cNvSpPr>
          <p:nvPr>
            <p:ph type="title" hasCustomPrompt="1"/>
          </p:nvPr>
        </p:nvSpPr>
        <p:spPr>
          <a:xfrm>
            <a:off x="766762" y="795607"/>
            <a:ext cx="10658475" cy="553998"/>
          </a:xfrm>
        </p:spPr>
        <p:txBody>
          <a:bodyPr/>
          <a:lstStyle>
            <a:lvl1pPr>
              <a:defRPr/>
            </a:lvl1pPr>
          </a:lstStyle>
          <a:p>
            <a:r>
              <a:rPr lang="nl-NL" dirty="0"/>
              <a:t>KLIK OM STIJL TE BEWERKEN</a:t>
            </a:r>
          </a:p>
        </p:txBody>
      </p:sp>
      <p:sp>
        <p:nvSpPr>
          <p:cNvPr id="3" name="Tijdelijke aanduiding voor inhoud 2">
            <a:extLst>
              <a:ext uri="{FF2B5EF4-FFF2-40B4-BE49-F238E27FC236}">
                <a16:creationId xmlns:a16="http://schemas.microsoft.com/office/drawing/2014/main" id="{7E665817-04BA-4683-98ED-D301CFA00132}"/>
              </a:ext>
            </a:extLst>
          </p:cNvPr>
          <p:cNvSpPr>
            <a:spLocks noGrp="1"/>
          </p:cNvSpPr>
          <p:nvPr>
            <p:ph idx="1"/>
          </p:nvPr>
        </p:nvSpPr>
        <p:spPr>
          <a:xfrm>
            <a:off x="766763" y="1649197"/>
            <a:ext cx="10658475" cy="4264242"/>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p:txBody>
      </p:sp>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p:txBody>
          <a:bodyPr/>
          <a:lstStyle/>
          <a:p>
            <a:endParaRPr lang="nl-NL"/>
          </a:p>
        </p:txBody>
      </p:sp>
      <p:grpSp>
        <p:nvGrpSpPr>
          <p:cNvPr id="7" name="Groep 6">
            <a:extLst>
              <a:ext uri="{FF2B5EF4-FFF2-40B4-BE49-F238E27FC236}">
                <a16:creationId xmlns:a16="http://schemas.microsoft.com/office/drawing/2014/main" id="{78027DF0-9415-4170-8ADB-B1BAB8B8A99B}"/>
              </a:ext>
            </a:extLst>
          </p:cNvPr>
          <p:cNvGrpSpPr/>
          <p:nvPr userDrawn="1"/>
        </p:nvGrpSpPr>
        <p:grpSpPr>
          <a:xfrm>
            <a:off x="1" y="1471262"/>
            <a:ext cx="8690428" cy="45719"/>
            <a:chOff x="0" y="1471262"/>
            <a:chExt cx="6471285" cy="76200"/>
          </a:xfrm>
        </p:grpSpPr>
        <p:sp>
          <p:nvSpPr>
            <p:cNvPr id="8" name="object 2">
              <a:extLst>
                <a:ext uri="{FF2B5EF4-FFF2-40B4-BE49-F238E27FC236}">
                  <a16:creationId xmlns:a16="http://schemas.microsoft.com/office/drawing/2014/main" id="{3EB99FB1-FFA5-44A1-9E60-7ABA246665A8}"/>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sp>
          <p:nvSpPr>
            <p:cNvPr id="9" name="object 3">
              <a:extLst>
                <a:ext uri="{FF2B5EF4-FFF2-40B4-BE49-F238E27FC236}">
                  <a16:creationId xmlns:a16="http://schemas.microsoft.com/office/drawing/2014/main" id="{27207179-8DD0-48DD-9E9B-3203C8C3DF91}"/>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grpSp>
      <p:sp>
        <p:nvSpPr>
          <p:cNvPr id="12" name="Tijdelijke aanduiding voor dianummer 5">
            <a:extLst>
              <a:ext uri="{FF2B5EF4-FFF2-40B4-BE49-F238E27FC236}">
                <a16:creationId xmlns:a16="http://schemas.microsoft.com/office/drawing/2014/main" id="{7D41443A-2229-48BA-9A25-61499BC2F4DA}"/>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390954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
                                        <p:tgtEl>
                                          <p:spTgt spid="2"/>
                                        </p:tgtEl>
                                      </p:cBhvr>
                                    </p:animEffect>
                                    <p:anim calcmode="lin" valueType="num">
                                      <p:cBhvr>
                                        <p:cTn id="8" dur="150" fill="hold"/>
                                        <p:tgtEl>
                                          <p:spTgt spid="2"/>
                                        </p:tgtEl>
                                        <p:attrNameLst>
                                          <p:attrName>ppt_x</p:attrName>
                                        </p:attrNameLst>
                                      </p:cBhvr>
                                      <p:tavLst>
                                        <p:tav tm="0">
                                          <p:val>
                                            <p:strVal val="#ppt_x"/>
                                          </p:val>
                                        </p:tav>
                                        <p:tav tm="100000">
                                          <p:val>
                                            <p:strVal val="#ppt_x"/>
                                          </p:val>
                                        </p:tav>
                                      </p:tavLst>
                                    </p:anim>
                                    <p:anim calcmode="lin" valueType="num">
                                      <p:cBhvr>
                                        <p:cTn id="9" dur="1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200" fill="hold"/>
                                        <p:tgtEl>
                                          <p:spTgt spid="7"/>
                                        </p:tgtEl>
                                        <p:attrNameLst>
                                          <p:attrName>ppt_x</p:attrName>
                                        </p:attrNameLst>
                                      </p:cBhvr>
                                      <p:tavLst>
                                        <p:tav tm="0">
                                          <p:val>
                                            <p:strVal val="0-#ppt_w/2"/>
                                          </p:val>
                                        </p:tav>
                                        <p:tav tm="100000">
                                          <p:val>
                                            <p:strVal val="#ppt_x"/>
                                          </p:val>
                                        </p:tav>
                                      </p:tavLst>
                                    </p:anim>
                                    <p:anim calcmode="lin" valueType="num">
                                      <p:cBhvr additive="base">
                                        <p:cTn id="14" dur="200" fill="hold"/>
                                        <p:tgtEl>
                                          <p:spTgt spid="7"/>
                                        </p:tgtEl>
                                        <p:attrNameLst>
                                          <p:attrName>ppt_y</p:attrName>
                                        </p:attrNameLst>
                                      </p:cBhvr>
                                      <p:tavLst>
                                        <p:tav tm="0">
                                          <p:val>
                                            <p:strVal val="#ppt_y"/>
                                          </p:val>
                                        </p:tav>
                                        <p:tav tm="100000">
                                          <p:val>
                                            <p:strVal val="#ppt_y"/>
                                          </p:val>
                                        </p:tav>
                                      </p:tavLst>
                                    </p:anim>
                                  </p:childTnLst>
                                </p:cTn>
                              </p:par>
                            </p:childTnLst>
                          </p:cTn>
                        </p:par>
                        <p:par>
                          <p:cTn id="15" fill="hold">
                            <p:stCondLst>
                              <p:cond delay="450"/>
                            </p:stCondLst>
                            <p:childTnLst>
                              <p:par>
                                <p:cTn id="16" presetID="10" presetClass="entr" presetSubtype="0" fill="hold" grpId="0" nodeType="afterEffect">
                                  <p:stCondLst>
                                    <p:cond delay="10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object met bulle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D1355-C620-496B-B7C0-FF8385D053DB}"/>
              </a:ext>
            </a:extLst>
          </p:cNvPr>
          <p:cNvSpPr>
            <a:spLocks noGrp="1"/>
          </p:cNvSpPr>
          <p:nvPr>
            <p:ph type="title" hasCustomPrompt="1"/>
          </p:nvPr>
        </p:nvSpPr>
        <p:spPr>
          <a:xfrm>
            <a:off x="766762" y="795607"/>
            <a:ext cx="10658475" cy="553998"/>
          </a:xfrm>
        </p:spPr>
        <p:txBody>
          <a:bodyPr/>
          <a:lstStyle>
            <a:lvl1pPr>
              <a:defRPr/>
            </a:lvl1pPr>
          </a:lstStyle>
          <a:p>
            <a:r>
              <a:rPr lang="nl-NL" dirty="0"/>
              <a:t>KLIK OM STIJL TE BEWERKEN</a:t>
            </a:r>
          </a:p>
        </p:txBody>
      </p:sp>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p:txBody>
          <a:bodyPr/>
          <a:lstStyle/>
          <a:p>
            <a:endParaRPr lang="nl-NL"/>
          </a:p>
        </p:txBody>
      </p:sp>
      <p:grpSp>
        <p:nvGrpSpPr>
          <p:cNvPr id="7" name="Groep 6">
            <a:extLst>
              <a:ext uri="{FF2B5EF4-FFF2-40B4-BE49-F238E27FC236}">
                <a16:creationId xmlns:a16="http://schemas.microsoft.com/office/drawing/2014/main" id="{78027DF0-9415-4170-8ADB-B1BAB8B8A99B}"/>
              </a:ext>
            </a:extLst>
          </p:cNvPr>
          <p:cNvGrpSpPr/>
          <p:nvPr userDrawn="1"/>
        </p:nvGrpSpPr>
        <p:grpSpPr>
          <a:xfrm>
            <a:off x="1" y="1471262"/>
            <a:ext cx="8690428" cy="45719"/>
            <a:chOff x="0" y="1471262"/>
            <a:chExt cx="6471285" cy="76200"/>
          </a:xfrm>
        </p:grpSpPr>
        <p:sp>
          <p:nvSpPr>
            <p:cNvPr id="8" name="object 2">
              <a:extLst>
                <a:ext uri="{FF2B5EF4-FFF2-40B4-BE49-F238E27FC236}">
                  <a16:creationId xmlns:a16="http://schemas.microsoft.com/office/drawing/2014/main" id="{3EB99FB1-FFA5-44A1-9E60-7ABA246665A8}"/>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sp>
          <p:nvSpPr>
            <p:cNvPr id="9" name="object 3">
              <a:extLst>
                <a:ext uri="{FF2B5EF4-FFF2-40B4-BE49-F238E27FC236}">
                  <a16:creationId xmlns:a16="http://schemas.microsoft.com/office/drawing/2014/main" id="{27207179-8DD0-48DD-9E9B-3203C8C3DF91}"/>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grpSp>
      <p:sp>
        <p:nvSpPr>
          <p:cNvPr id="12" name="Tijdelijke aanduiding voor dianummer 5">
            <a:extLst>
              <a:ext uri="{FF2B5EF4-FFF2-40B4-BE49-F238E27FC236}">
                <a16:creationId xmlns:a16="http://schemas.microsoft.com/office/drawing/2014/main" id="{7D41443A-2229-48BA-9A25-61499BC2F4DA}"/>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
        <p:nvSpPr>
          <p:cNvPr id="10" name="Tijdelijke aanduiding voor tekst 9">
            <a:extLst>
              <a:ext uri="{FF2B5EF4-FFF2-40B4-BE49-F238E27FC236}">
                <a16:creationId xmlns:a16="http://schemas.microsoft.com/office/drawing/2014/main" id="{B6DDC3F9-8BB0-4D4B-98CE-FD9CB66BACEE}"/>
              </a:ext>
            </a:extLst>
          </p:cNvPr>
          <p:cNvSpPr>
            <a:spLocks noGrp="1"/>
          </p:cNvSpPr>
          <p:nvPr>
            <p:ph type="body" sz="quarter" idx="12"/>
          </p:nvPr>
        </p:nvSpPr>
        <p:spPr>
          <a:xfrm>
            <a:off x="766763" y="1669144"/>
            <a:ext cx="10658475" cy="4244294"/>
          </a:xfrm>
        </p:spPr>
        <p:txBody>
          <a:bodyPr/>
          <a:lstStyle>
            <a:lvl1pPr marL="179388" indent="-179388">
              <a:lnSpc>
                <a:spcPct val="150000"/>
              </a:lnSpc>
              <a:buClr>
                <a:schemeClr val="accent1"/>
              </a:buClr>
              <a:buFont typeface="Arial" panose="020B0604020202020204" pitchFamily="34" charset="0"/>
              <a:buChar char="•"/>
              <a:defRPr/>
            </a:lvl1pPr>
            <a:lvl2pPr marL="628650" indent="-171450">
              <a:lnSpc>
                <a:spcPct val="150000"/>
              </a:lnSpc>
              <a:buClr>
                <a:schemeClr val="accent1"/>
              </a:buClr>
              <a:buFont typeface="Arial" panose="020B0604020202020204" pitchFamily="34" charset="0"/>
              <a:buChar char="•"/>
              <a:defRPr/>
            </a:lvl2pPr>
            <a:lvl3pPr marL="1074738" indent="-160338">
              <a:lnSpc>
                <a:spcPct val="150000"/>
              </a:lnSpc>
              <a:buClr>
                <a:schemeClr val="accent1"/>
              </a:buClr>
              <a:buFont typeface="Arial" panose="020B0604020202020204" pitchFamily="34" charset="0"/>
              <a:buChar char="•"/>
              <a:defRPr/>
            </a:lvl3pPr>
            <a:lvl4pPr marL="1524000" indent="-152400">
              <a:lnSpc>
                <a:spcPct val="150000"/>
              </a:lnSpc>
              <a:buClr>
                <a:schemeClr val="accent1"/>
              </a:buClr>
              <a:buFont typeface="Arial" panose="020B0604020202020204" pitchFamily="34" charset="0"/>
              <a:buChar char="•"/>
              <a:defRPr/>
            </a:lvl4pPr>
            <a:lvl5pPr marL="1973263" indent="-144463">
              <a:lnSpc>
                <a:spcPct val="150000"/>
              </a:lnSpc>
              <a:buClr>
                <a:schemeClr val="accent1"/>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Tree>
    <p:extLst>
      <p:ext uri="{BB962C8B-B14F-4D97-AF65-F5344CB8AC3E}">
        <p14:creationId xmlns:p14="http://schemas.microsoft.com/office/powerpoint/2010/main" val="18754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
                                        <p:tgtEl>
                                          <p:spTgt spid="2"/>
                                        </p:tgtEl>
                                      </p:cBhvr>
                                    </p:animEffect>
                                    <p:anim calcmode="lin" valueType="num">
                                      <p:cBhvr>
                                        <p:cTn id="8" dur="150" fill="hold"/>
                                        <p:tgtEl>
                                          <p:spTgt spid="2"/>
                                        </p:tgtEl>
                                        <p:attrNameLst>
                                          <p:attrName>ppt_x</p:attrName>
                                        </p:attrNameLst>
                                      </p:cBhvr>
                                      <p:tavLst>
                                        <p:tav tm="0">
                                          <p:val>
                                            <p:strVal val="#ppt_x"/>
                                          </p:val>
                                        </p:tav>
                                        <p:tav tm="100000">
                                          <p:val>
                                            <p:strVal val="#ppt_x"/>
                                          </p:val>
                                        </p:tav>
                                      </p:tavLst>
                                    </p:anim>
                                    <p:anim calcmode="lin" valueType="num">
                                      <p:cBhvr>
                                        <p:cTn id="9" dur="1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50"/>
                            </p:stCondLst>
                            <p:childTnLst>
                              <p:par>
                                <p:cTn id="11" presetID="2" presetClass="entr" presetSubtype="8" fill="hold" nodeType="afterEffect">
                                  <p:stCondLst>
                                    <p:cond delay="1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200" fill="hold"/>
                                        <p:tgtEl>
                                          <p:spTgt spid="7"/>
                                        </p:tgtEl>
                                        <p:attrNameLst>
                                          <p:attrName>ppt_x</p:attrName>
                                        </p:attrNameLst>
                                      </p:cBhvr>
                                      <p:tavLst>
                                        <p:tav tm="0">
                                          <p:val>
                                            <p:strVal val="0-#ppt_w/2"/>
                                          </p:val>
                                        </p:tav>
                                        <p:tav tm="100000">
                                          <p:val>
                                            <p:strVal val="#ppt_x"/>
                                          </p:val>
                                        </p:tav>
                                      </p:tavLst>
                                    </p:anim>
                                    <p:anim calcmode="lin" valueType="num">
                                      <p:cBhvr additive="base">
                                        <p:cTn id="14" dur="200" fill="hold"/>
                                        <p:tgtEl>
                                          <p:spTgt spid="7"/>
                                        </p:tgtEl>
                                        <p:attrNameLst>
                                          <p:attrName>ppt_y</p:attrName>
                                        </p:attrNameLst>
                                      </p:cBhvr>
                                      <p:tavLst>
                                        <p:tav tm="0">
                                          <p:val>
                                            <p:strVal val="#ppt_y"/>
                                          </p:val>
                                        </p:tav>
                                        <p:tav tm="100000">
                                          <p:val>
                                            <p:strVal val="#ppt_y"/>
                                          </p:val>
                                        </p:tav>
                                      </p:tavLst>
                                    </p:anim>
                                  </p:childTnLst>
                                </p:cTn>
                              </p:par>
                            </p:childTnLst>
                          </p:cTn>
                        </p:par>
                        <p:par>
                          <p:cTn id="15" fill="hold">
                            <p:stCondLst>
                              <p:cond delay="450"/>
                            </p:stCondLst>
                            <p:childTnLst>
                              <p:par>
                                <p:cTn id="16" presetID="10" presetClass="entr" presetSubtype="0" fill="hold" grpId="0" nodeType="after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fade">
                                      <p:cBhvr>
                                        <p:cTn id="18" dur="100"/>
                                        <p:tgtEl>
                                          <p:spTgt spid="10">
                                            <p:txEl>
                                              <p:pRg st="0" end="0"/>
                                            </p:txEl>
                                          </p:spTgt>
                                        </p:tgtEl>
                                      </p:cBhvr>
                                    </p:animEffect>
                                  </p:childTnLst>
                                </p:cTn>
                              </p:par>
                            </p:childTnLst>
                          </p:cTn>
                        </p:par>
                        <p:par>
                          <p:cTn id="19" fill="hold">
                            <p:stCondLst>
                              <p:cond delay="550"/>
                            </p:stCondLst>
                            <p:childTnLst>
                              <p:par>
                                <p:cTn id="20" presetID="10" presetClass="entr" presetSubtype="0" fill="hold" grpId="0" nodeType="after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animEffect transition="in" filter="fade">
                                      <p:cBhvr>
                                        <p:cTn id="22" dur="100"/>
                                        <p:tgtEl>
                                          <p:spTgt spid="10">
                                            <p:txEl>
                                              <p:pRg st="1" end="1"/>
                                            </p:txEl>
                                          </p:spTgt>
                                        </p:tgtEl>
                                      </p:cBhvr>
                                    </p:animEffect>
                                  </p:childTnLst>
                                </p:cTn>
                              </p:par>
                            </p:childTnLst>
                          </p:cTn>
                        </p:par>
                        <p:par>
                          <p:cTn id="23" fill="hold">
                            <p:stCondLst>
                              <p:cond delay="650"/>
                            </p:stCondLst>
                            <p:childTnLst>
                              <p:par>
                                <p:cTn id="24" presetID="10" presetClass="entr" presetSubtype="0" fill="hold" grpId="0" nodeType="afterEffect">
                                  <p:stCondLst>
                                    <p:cond delay="0"/>
                                  </p:stCondLst>
                                  <p:childTnLst>
                                    <p:set>
                                      <p:cBhvr>
                                        <p:cTn id="25" dur="1" fill="hold">
                                          <p:stCondLst>
                                            <p:cond delay="0"/>
                                          </p:stCondLst>
                                        </p:cTn>
                                        <p:tgtEl>
                                          <p:spTgt spid="10">
                                            <p:txEl>
                                              <p:pRg st="2" end="2"/>
                                            </p:txEl>
                                          </p:spTgt>
                                        </p:tgtEl>
                                        <p:attrNameLst>
                                          <p:attrName>style.visibility</p:attrName>
                                        </p:attrNameLst>
                                      </p:cBhvr>
                                      <p:to>
                                        <p:strVal val="visible"/>
                                      </p:to>
                                    </p:set>
                                    <p:animEffect transition="in" filter="fade">
                                      <p:cBhvr>
                                        <p:cTn id="26" dur="100"/>
                                        <p:tgtEl>
                                          <p:spTgt spid="10">
                                            <p:txEl>
                                              <p:pRg st="2" end="2"/>
                                            </p:txEl>
                                          </p:spTgt>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10">
                                            <p:txEl>
                                              <p:pRg st="3" end="3"/>
                                            </p:txEl>
                                          </p:spTgt>
                                        </p:tgtEl>
                                        <p:attrNameLst>
                                          <p:attrName>style.visibility</p:attrName>
                                        </p:attrNameLst>
                                      </p:cBhvr>
                                      <p:to>
                                        <p:strVal val="visible"/>
                                      </p:to>
                                    </p:set>
                                    <p:animEffect transition="in" filter="fade">
                                      <p:cBhvr>
                                        <p:cTn id="30" dur="100"/>
                                        <p:tgtEl>
                                          <p:spTgt spid="10">
                                            <p:txEl>
                                              <p:pRg st="3" end="3"/>
                                            </p:txEl>
                                          </p:spTgt>
                                        </p:tgtEl>
                                      </p:cBhvr>
                                    </p:animEffect>
                                  </p:childTnLst>
                                </p:cTn>
                              </p:par>
                            </p:childTnLst>
                          </p:cTn>
                        </p:par>
                        <p:par>
                          <p:cTn id="31" fill="hold">
                            <p:stCondLst>
                              <p:cond delay="850"/>
                            </p:stCondLst>
                            <p:childTnLst>
                              <p:par>
                                <p:cTn id="32" presetID="10" presetClass="entr" presetSubtype="0" fill="hold" grpId="0" nodeType="afterEffect">
                                  <p:stCondLst>
                                    <p:cond delay="0"/>
                                  </p:stCondLst>
                                  <p:childTnLst>
                                    <p:set>
                                      <p:cBhvr>
                                        <p:cTn id="33" dur="1" fill="hold">
                                          <p:stCondLst>
                                            <p:cond delay="0"/>
                                          </p:stCondLst>
                                        </p:cTn>
                                        <p:tgtEl>
                                          <p:spTgt spid="10">
                                            <p:txEl>
                                              <p:pRg st="4" end="4"/>
                                            </p:txEl>
                                          </p:spTgt>
                                        </p:tgtEl>
                                        <p:attrNameLst>
                                          <p:attrName>style.visibility</p:attrName>
                                        </p:attrNameLst>
                                      </p:cBhvr>
                                      <p:to>
                                        <p:strVal val="visible"/>
                                      </p:to>
                                    </p:set>
                                    <p:animEffect transition="in" filter="fade">
                                      <p:cBhvr>
                                        <p:cTn id="34" dur="1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100"/>
                        <p:tgtEl>
                          <p:spTgt spid="10"/>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100"/>
                        <p:tgtEl>
                          <p:spTgt spid="10"/>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100"/>
                        <p:tgtEl>
                          <p:spTgt spid="10"/>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100"/>
                        <p:tgtEl>
                          <p:spTgt spid="10"/>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100"/>
                        <p:tgtEl>
                          <p:spTgt spid="1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787226-E371-4F5A-B004-BF76810B9EDF}"/>
              </a:ext>
            </a:extLst>
          </p:cNvPr>
          <p:cNvSpPr>
            <a:spLocks noGrp="1"/>
          </p:cNvSpPr>
          <p:nvPr>
            <p:ph type="ctrTitle" hasCustomPrompt="1"/>
          </p:nvPr>
        </p:nvSpPr>
        <p:spPr>
          <a:xfrm>
            <a:off x="766764" y="385768"/>
            <a:ext cx="5721122" cy="2893981"/>
          </a:xfrm>
        </p:spPr>
        <p:txBody>
          <a:bodyPr anchor="b"/>
          <a:lstStyle>
            <a:lvl1pPr algn="l">
              <a:lnSpc>
                <a:spcPct val="100000"/>
              </a:lnSpc>
              <a:defRPr sz="3600"/>
            </a:lvl1pPr>
          </a:lstStyle>
          <a:p>
            <a:r>
              <a:rPr lang="nl-NL" dirty="0"/>
              <a:t>PRESENTATIE</a:t>
            </a:r>
            <a:br>
              <a:rPr lang="nl-NL" dirty="0"/>
            </a:br>
            <a:r>
              <a:rPr lang="nl-NL" dirty="0"/>
              <a:t>TITEL</a:t>
            </a:r>
          </a:p>
        </p:txBody>
      </p:sp>
      <p:sp>
        <p:nvSpPr>
          <p:cNvPr id="3" name="Ondertitel 2">
            <a:extLst>
              <a:ext uri="{FF2B5EF4-FFF2-40B4-BE49-F238E27FC236}">
                <a16:creationId xmlns:a16="http://schemas.microsoft.com/office/drawing/2014/main" id="{14BE9627-AB19-4C59-9CFE-D94AD5E90523}"/>
              </a:ext>
            </a:extLst>
          </p:cNvPr>
          <p:cNvSpPr>
            <a:spLocks noGrp="1"/>
          </p:cNvSpPr>
          <p:nvPr>
            <p:ph type="subTitle" idx="1" hasCustomPrompt="1"/>
          </p:nvPr>
        </p:nvSpPr>
        <p:spPr>
          <a:xfrm>
            <a:off x="766763" y="3615099"/>
            <a:ext cx="3769181" cy="1946365"/>
          </a:xfrm>
        </p:spPr>
        <p:txBody>
          <a:bodyPr>
            <a:noAutofit/>
          </a:bodyPr>
          <a:lstStyle>
            <a:lvl1pPr marL="0" indent="0" algn="l">
              <a:buNone/>
              <a:defRPr sz="2000" spc="-2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subtitel onder de titel</a:t>
            </a:r>
          </a:p>
        </p:txBody>
      </p:sp>
      <p:grpSp>
        <p:nvGrpSpPr>
          <p:cNvPr id="7" name="Groep 6">
            <a:extLst>
              <a:ext uri="{FF2B5EF4-FFF2-40B4-BE49-F238E27FC236}">
                <a16:creationId xmlns:a16="http://schemas.microsoft.com/office/drawing/2014/main" id="{94936B73-96C0-490B-A963-6E418BBE2FFC}"/>
              </a:ext>
            </a:extLst>
          </p:cNvPr>
          <p:cNvGrpSpPr/>
          <p:nvPr userDrawn="1"/>
        </p:nvGrpSpPr>
        <p:grpSpPr>
          <a:xfrm>
            <a:off x="0" y="3406140"/>
            <a:ext cx="6487886" cy="55517"/>
            <a:chOff x="0" y="1471262"/>
            <a:chExt cx="6471285" cy="76200"/>
          </a:xfrm>
        </p:grpSpPr>
        <p:sp>
          <p:nvSpPr>
            <p:cNvPr id="8" name="object 2">
              <a:extLst>
                <a:ext uri="{FF2B5EF4-FFF2-40B4-BE49-F238E27FC236}">
                  <a16:creationId xmlns:a16="http://schemas.microsoft.com/office/drawing/2014/main" id="{2D23CEAD-73AF-4339-A4B0-01B150264EBF}"/>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chemeClr val="accent1"/>
              </a:solidFill>
            </a:ln>
          </p:spPr>
          <p:txBody>
            <a:bodyPr wrap="square" lIns="0" tIns="0" rIns="0" bIns="0" rtlCol="0"/>
            <a:lstStyle/>
            <a:p>
              <a:endParaRPr/>
            </a:p>
          </p:txBody>
        </p:sp>
        <p:sp>
          <p:nvSpPr>
            <p:cNvPr id="9" name="object 3">
              <a:extLst>
                <a:ext uri="{FF2B5EF4-FFF2-40B4-BE49-F238E27FC236}">
                  <a16:creationId xmlns:a16="http://schemas.microsoft.com/office/drawing/2014/main" id="{044F4F9C-490A-4A42-8209-627E0C3FAC40}"/>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chemeClr val="accent1"/>
              </a:solidFill>
            </a:ln>
          </p:spPr>
          <p:txBody>
            <a:bodyPr wrap="square" lIns="0" tIns="0" rIns="0" bIns="0" rtlCol="0"/>
            <a:lstStyle/>
            <a:p>
              <a:endParaRPr/>
            </a:p>
          </p:txBody>
        </p:sp>
      </p:grpSp>
      <p:sp>
        <p:nvSpPr>
          <p:cNvPr id="13" name="Tijdelijke aanduiding voor datum 3">
            <a:extLst>
              <a:ext uri="{FF2B5EF4-FFF2-40B4-BE49-F238E27FC236}">
                <a16:creationId xmlns:a16="http://schemas.microsoft.com/office/drawing/2014/main" id="{CE5925A3-9EB6-4EA7-99CC-9CFC6CE7D0C2}"/>
              </a:ext>
            </a:extLst>
          </p:cNvPr>
          <p:cNvSpPr>
            <a:spLocks noGrp="1"/>
          </p:cNvSpPr>
          <p:nvPr>
            <p:ph type="dt" sz="half" idx="2"/>
          </p:nvPr>
        </p:nvSpPr>
        <p:spPr>
          <a:xfrm>
            <a:off x="9840687" y="6296477"/>
            <a:ext cx="1584549" cy="365125"/>
          </a:xfrm>
          <a:prstGeom prst="rect">
            <a:avLst/>
          </a:prstGeom>
        </p:spPr>
        <p:txBody>
          <a:bodyPr vert="horz" lIns="0" tIns="0" rIns="0" bIns="0" rtlCol="0" anchor="ctr"/>
          <a:lstStyle>
            <a:lvl1pPr algn="l">
              <a:defRPr sz="900">
                <a:solidFill>
                  <a:schemeClr val="tx1"/>
                </a:solidFill>
                <a:latin typeface="Segoe UI Light" panose="020B0502040204020203" pitchFamily="34" charset="0"/>
                <a:cs typeface="Segoe UI Light" panose="020B0502040204020203" pitchFamily="34" charset="0"/>
              </a:defRPr>
            </a:lvl1pPr>
          </a:lstStyle>
          <a:p>
            <a:r>
              <a:rPr lang="nl-NL"/>
              <a:t>d mnd jaar</a:t>
            </a:r>
            <a:endParaRPr lang="nl-NL" dirty="0"/>
          </a:p>
        </p:txBody>
      </p:sp>
      <p:sp>
        <p:nvSpPr>
          <p:cNvPr id="15" name="Tijdelijke aanduiding voor voettekst 4">
            <a:extLst>
              <a:ext uri="{FF2B5EF4-FFF2-40B4-BE49-F238E27FC236}">
                <a16:creationId xmlns:a16="http://schemas.microsoft.com/office/drawing/2014/main" id="{3AFEEEBC-2A1E-48B6-9DBF-3F6FC999CD5D}"/>
              </a:ext>
            </a:extLst>
          </p:cNvPr>
          <p:cNvSpPr>
            <a:spLocks noGrp="1"/>
          </p:cNvSpPr>
          <p:nvPr>
            <p:ph type="ftr" sz="quarter" idx="3"/>
          </p:nvPr>
        </p:nvSpPr>
        <p:spPr>
          <a:xfrm>
            <a:off x="766764" y="6296477"/>
            <a:ext cx="8909080" cy="365125"/>
          </a:xfrm>
          <a:prstGeom prst="rect">
            <a:avLst/>
          </a:prstGeom>
        </p:spPr>
        <p:txBody>
          <a:bodyPr vert="horz" lIns="91440" tIns="45720" rIns="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endParaRPr lang="nl-NL" dirty="0"/>
          </a:p>
        </p:txBody>
      </p:sp>
      <p:sp>
        <p:nvSpPr>
          <p:cNvPr id="17" name="Tekstvak 16">
            <a:extLst>
              <a:ext uri="{FF2B5EF4-FFF2-40B4-BE49-F238E27FC236}">
                <a16:creationId xmlns:a16="http://schemas.microsoft.com/office/drawing/2014/main" id="{BB6BDBAA-25DF-49C2-89AB-E7CC58905241}"/>
              </a:ext>
            </a:extLst>
          </p:cNvPr>
          <p:cNvSpPr txBox="1"/>
          <p:nvPr userDrawn="1"/>
        </p:nvSpPr>
        <p:spPr>
          <a:xfrm>
            <a:off x="9675845" y="6296477"/>
            <a:ext cx="164842" cy="365125"/>
          </a:xfrm>
          <a:prstGeom prst="rect">
            <a:avLst/>
          </a:prstGeom>
          <a:noFill/>
        </p:spPr>
        <p:txBody>
          <a:bodyPr wrap="square" lIns="0" tIns="0" rIns="0" bIns="0" rtlCol="0" anchor="ctr">
            <a:noAutofit/>
          </a:bodyPr>
          <a:lstStyle/>
          <a:p>
            <a:pPr algn="ctr"/>
            <a:r>
              <a:rPr lang="nl-NL" sz="900" dirty="0">
                <a:solidFill>
                  <a:schemeClr val="tx1"/>
                </a:solidFill>
                <a:latin typeface="Segoe UI Light" panose="020B0502040204020203" pitchFamily="34" charset="0"/>
                <a:cs typeface="Segoe UI Light" panose="020B0502040204020203" pitchFamily="34" charset="0"/>
              </a:rPr>
              <a:t>-</a:t>
            </a:r>
          </a:p>
        </p:txBody>
      </p:sp>
      <p:sp>
        <p:nvSpPr>
          <p:cNvPr id="19" name="Tijdelijke aanduiding voor dianummer 5">
            <a:extLst>
              <a:ext uri="{FF2B5EF4-FFF2-40B4-BE49-F238E27FC236}">
                <a16:creationId xmlns:a16="http://schemas.microsoft.com/office/drawing/2014/main" id="{76267FFC-F280-47EA-8F1F-8BE5B4A8FBDC}"/>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grpSp>
        <p:nvGrpSpPr>
          <p:cNvPr id="20" name="Graphic 12">
            <a:extLst>
              <a:ext uri="{FF2B5EF4-FFF2-40B4-BE49-F238E27FC236}">
                <a16:creationId xmlns:a16="http://schemas.microsoft.com/office/drawing/2014/main" id="{0E8C09F9-9931-40EE-8010-4B1CED307A4B}"/>
              </a:ext>
            </a:extLst>
          </p:cNvPr>
          <p:cNvGrpSpPr/>
          <p:nvPr userDrawn="1"/>
        </p:nvGrpSpPr>
        <p:grpSpPr>
          <a:xfrm>
            <a:off x="11489193" y="6329987"/>
            <a:ext cx="319425" cy="319425"/>
            <a:chOff x="2667000" y="0"/>
            <a:chExt cx="6858000" cy="6858000"/>
          </a:xfrm>
        </p:grpSpPr>
        <p:sp>
          <p:nvSpPr>
            <p:cNvPr id="21" name="Vrije vorm: vorm 20">
              <a:extLst>
                <a:ext uri="{FF2B5EF4-FFF2-40B4-BE49-F238E27FC236}">
                  <a16:creationId xmlns:a16="http://schemas.microsoft.com/office/drawing/2014/main" id="{478E8460-469E-40AB-89D6-9B47028BCD8F}"/>
                </a:ext>
              </a:extLst>
            </p:cNvPr>
            <p:cNvSpPr/>
            <p:nvPr/>
          </p:nvSpPr>
          <p:spPr>
            <a:xfrm>
              <a:off x="2667000" y="3337102"/>
              <a:ext cx="1902409" cy="364159"/>
            </a:xfrm>
            <a:custGeom>
              <a:avLst/>
              <a:gdLst>
                <a:gd name="connsiteX0" fmla="*/ 1898294 w 1902409"/>
                <a:gd name="connsiteY0" fmla="*/ 122072 h 364159"/>
                <a:gd name="connsiteX1" fmla="*/ 1898980 w 1902409"/>
                <a:gd name="connsiteY1" fmla="*/ 55550 h 364159"/>
                <a:gd name="connsiteX2" fmla="*/ 1899666 w 1902409"/>
                <a:gd name="connsiteY2" fmla="*/ 0 h 364159"/>
                <a:gd name="connsiteX3" fmla="*/ 2057 w 1902409"/>
                <a:gd name="connsiteY3" fmla="*/ 0 h 364159"/>
                <a:gd name="connsiteX4" fmla="*/ 0 w 1902409"/>
                <a:gd name="connsiteY4" fmla="*/ 91897 h 364159"/>
                <a:gd name="connsiteX5" fmla="*/ 11659 w 1902409"/>
                <a:gd name="connsiteY5" fmla="*/ 364160 h 364159"/>
                <a:gd name="connsiteX6" fmla="*/ 1902409 w 1902409"/>
                <a:gd name="connsiteY6" fmla="*/ 364160 h 364159"/>
                <a:gd name="connsiteX7" fmla="*/ 1898294 w 1902409"/>
                <a:gd name="connsiteY7" fmla="*/ 122072 h 36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2409" h="364159">
                  <a:moveTo>
                    <a:pt x="1898294" y="122072"/>
                  </a:moveTo>
                  <a:lnTo>
                    <a:pt x="1898980" y="55550"/>
                  </a:lnTo>
                  <a:cubicBezTo>
                    <a:pt x="1898980" y="38405"/>
                    <a:pt x="1899666" y="19888"/>
                    <a:pt x="1899666" y="0"/>
                  </a:cubicBezTo>
                  <a:lnTo>
                    <a:pt x="2057" y="0"/>
                  </a:lnTo>
                  <a:cubicBezTo>
                    <a:pt x="1372" y="30175"/>
                    <a:pt x="0" y="61036"/>
                    <a:pt x="0" y="91897"/>
                  </a:cubicBezTo>
                  <a:cubicBezTo>
                    <a:pt x="0" y="183795"/>
                    <a:pt x="4801" y="274320"/>
                    <a:pt x="11659" y="364160"/>
                  </a:cubicBezTo>
                  <a:lnTo>
                    <a:pt x="1902409" y="364160"/>
                  </a:lnTo>
                  <a:cubicBezTo>
                    <a:pt x="1899666" y="264033"/>
                    <a:pt x="1898294" y="177622"/>
                    <a:pt x="1898294" y="122072"/>
                  </a:cubicBezTo>
                  <a:close/>
                </a:path>
              </a:pathLst>
            </a:custGeom>
            <a:solidFill>
              <a:srgbClr val="DE0058"/>
            </a:solidFill>
            <a:ln w="6858" cap="flat">
              <a:noFill/>
              <a:prstDash val="solid"/>
              <a:miter/>
            </a:ln>
          </p:spPr>
          <p:txBody>
            <a:bodyPr rtlCol="0" anchor="ctr"/>
            <a:lstStyle/>
            <a:p>
              <a:endParaRPr lang="nl-NL"/>
            </a:p>
          </p:txBody>
        </p:sp>
        <p:sp>
          <p:nvSpPr>
            <p:cNvPr id="22" name="Vrije vorm: vorm 21">
              <a:extLst>
                <a:ext uri="{FF2B5EF4-FFF2-40B4-BE49-F238E27FC236}">
                  <a16:creationId xmlns:a16="http://schemas.microsoft.com/office/drawing/2014/main" id="{4FE5BA42-5386-4E6B-BA9C-0A3A7BA98E89}"/>
                </a:ext>
              </a:extLst>
            </p:cNvPr>
            <p:cNvSpPr/>
            <p:nvPr/>
          </p:nvSpPr>
          <p:spPr>
            <a:xfrm>
              <a:off x="2675229" y="0"/>
              <a:ext cx="6849770" cy="6858000"/>
            </a:xfrm>
            <a:custGeom>
              <a:avLst/>
              <a:gdLst>
                <a:gd name="connsiteX0" fmla="*/ 3420771 w 6849770"/>
                <a:gd name="connsiteY0" fmla="*/ 0 h 6858000"/>
                <a:gd name="connsiteX1" fmla="*/ 0 w 6849770"/>
                <a:gd name="connsiteY1" fmla="*/ 3203372 h 6858000"/>
                <a:gd name="connsiteX2" fmla="*/ 1894180 w 6849770"/>
                <a:gd name="connsiteY2" fmla="*/ 3203372 h 6858000"/>
                <a:gd name="connsiteX3" fmla="*/ 1931213 w 6849770"/>
                <a:gd name="connsiteY3" fmla="*/ 2452421 h 6858000"/>
                <a:gd name="connsiteX4" fmla="*/ 3372765 w 6849770"/>
                <a:gd name="connsiteY4" fmla="*/ 1479271 h 6858000"/>
                <a:gd name="connsiteX5" fmla="*/ 3373450 w 6849770"/>
                <a:gd name="connsiteY5" fmla="*/ 1479271 h 6858000"/>
                <a:gd name="connsiteX6" fmla="*/ 4815002 w 6849770"/>
                <a:gd name="connsiteY6" fmla="*/ 2451735 h 6858000"/>
                <a:gd name="connsiteX7" fmla="*/ 4682643 w 6849770"/>
                <a:gd name="connsiteY7" fmla="*/ 2470252 h 6858000"/>
                <a:gd name="connsiteX8" fmla="*/ 3373450 w 6849770"/>
                <a:gd name="connsiteY8" fmla="*/ 1613002 h 6858000"/>
                <a:gd name="connsiteX9" fmla="*/ 3372765 w 6849770"/>
                <a:gd name="connsiteY9" fmla="*/ 1613002 h 6858000"/>
                <a:gd name="connsiteX10" fmla="*/ 2063572 w 6849770"/>
                <a:gd name="connsiteY10" fmla="*/ 2470937 h 6858000"/>
                <a:gd name="connsiteX11" fmla="*/ 2023796 w 6849770"/>
                <a:gd name="connsiteY11" fmla="*/ 3459175 h 6858000"/>
                <a:gd name="connsiteX12" fmla="*/ 2023796 w 6849770"/>
                <a:gd name="connsiteY12" fmla="*/ 3505124 h 6858000"/>
                <a:gd name="connsiteX13" fmla="*/ 2063572 w 6849770"/>
                <a:gd name="connsiteY13" fmla="*/ 4449471 h 6858000"/>
                <a:gd name="connsiteX14" fmla="*/ 3373450 w 6849770"/>
                <a:gd name="connsiteY14" fmla="*/ 5306721 h 6858000"/>
                <a:gd name="connsiteX15" fmla="*/ 4683328 w 6849770"/>
                <a:gd name="connsiteY15" fmla="*/ 4449471 h 6858000"/>
                <a:gd name="connsiteX16" fmla="*/ 4710075 w 6849770"/>
                <a:gd name="connsiteY16" fmla="*/ 3911803 h 6858000"/>
                <a:gd name="connsiteX17" fmla="*/ 4710075 w 6849770"/>
                <a:gd name="connsiteY17" fmla="*/ 3805504 h 6858000"/>
                <a:gd name="connsiteX18" fmla="*/ 4104513 w 6849770"/>
                <a:gd name="connsiteY18" fmla="*/ 3337789 h 6858000"/>
                <a:gd name="connsiteX19" fmla="*/ 2523744 w 6849770"/>
                <a:gd name="connsiteY19" fmla="*/ 3337789 h 6858000"/>
                <a:gd name="connsiteX20" fmla="*/ 2522373 w 6849770"/>
                <a:gd name="connsiteY20" fmla="*/ 3459861 h 6858000"/>
                <a:gd name="connsiteX21" fmla="*/ 2522373 w 6849770"/>
                <a:gd name="connsiteY21" fmla="*/ 3500323 h 6858000"/>
                <a:gd name="connsiteX22" fmla="*/ 2525802 w 6849770"/>
                <a:gd name="connsiteY22" fmla="*/ 3701948 h 6858000"/>
                <a:gd name="connsiteX23" fmla="*/ 4114800 w 6849770"/>
                <a:gd name="connsiteY23" fmla="*/ 3701948 h 6858000"/>
                <a:gd name="connsiteX24" fmla="*/ 4345229 w 6849770"/>
                <a:gd name="connsiteY24" fmla="*/ 3887800 h 6858000"/>
                <a:gd name="connsiteX25" fmla="*/ 4345229 w 6849770"/>
                <a:gd name="connsiteY25" fmla="*/ 3911117 h 6858000"/>
                <a:gd name="connsiteX26" fmla="*/ 4322598 w 6849770"/>
                <a:gd name="connsiteY26" fmla="*/ 4359631 h 6858000"/>
                <a:gd name="connsiteX27" fmla="*/ 3373450 w 6849770"/>
                <a:gd name="connsiteY27" fmla="*/ 4941875 h 6858000"/>
                <a:gd name="connsiteX28" fmla="*/ 2428418 w 6849770"/>
                <a:gd name="connsiteY28" fmla="*/ 4385006 h 6858000"/>
                <a:gd name="connsiteX29" fmla="*/ 2424303 w 6849770"/>
                <a:gd name="connsiteY29" fmla="*/ 4385006 h 6858000"/>
                <a:gd name="connsiteX30" fmla="*/ 2388642 w 6849770"/>
                <a:gd name="connsiteY30" fmla="*/ 3459175 h 6858000"/>
                <a:gd name="connsiteX31" fmla="*/ 2389327 w 6849770"/>
                <a:gd name="connsiteY31" fmla="*/ 3392653 h 6858000"/>
                <a:gd name="connsiteX32" fmla="*/ 2424303 w 6849770"/>
                <a:gd name="connsiteY32" fmla="*/ 2560777 h 6858000"/>
                <a:gd name="connsiteX33" fmla="*/ 3372079 w 6849770"/>
                <a:gd name="connsiteY33" fmla="*/ 1978533 h 6858000"/>
                <a:gd name="connsiteX34" fmla="*/ 3372765 w 6849770"/>
                <a:gd name="connsiteY34" fmla="*/ 1978533 h 6858000"/>
                <a:gd name="connsiteX35" fmla="*/ 4323283 w 6849770"/>
                <a:gd name="connsiteY35" fmla="*/ 2560777 h 6858000"/>
                <a:gd name="connsiteX36" fmla="*/ 4190924 w 6849770"/>
                <a:gd name="connsiteY36" fmla="*/ 2579294 h 6858000"/>
                <a:gd name="connsiteX37" fmla="*/ 3374822 w 6849770"/>
                <a:gd name="connsiteY37" fmla="*/ 2111578 h 6858000"/>
                <a:gd name="connsiteX38" fmla="*/ 3374136 w 6849770"/>
                <a:gd name="connsiteY38" fmla="*/ 2111578 h 6858000"/>
                <a:gd name="connsiteX39" fmla="*/ 2557348 w 6849770"/>
                <a:gd name="connsiteY39" fmla="*/ 2579294 h 6858000"/>
                <a:gd name="connsiteX40" fmla="*/ 2527173 w 6849770"/>
                <a:gd name="connsiteY40" fmla="*/ 3203372 h 6858000"/>
                <a:gd name="connsiteX41" fmla="*/ 4105199 w 6849770"/>
                <a:gd name="connsiteY41" fmla="*/ 3203372 h 6858000"/>
                <a:gd name="connsiteX42" fmla="*/ 4843806 w 6849770"/>
                <a:gd name="connsiteY42" fmla="*/ 3804133 h 6858000"/>
                <a:gd name="connsiteX43" fmla="*/ 4843806 w 6849770"/>
                <a:gd name="connsiteY43" fmla="*/ 3911117 h 6858000"/>
                <a:gd name="connsiteX44" fmla="*/ 4816374 w 6849770"/>
                <a:gd name="connsiteY44" fmla="*/ 4467302 h 6858000"/>
                <a:gd name="connsiteX45" fmla="*/ 3374136 w 6849770"/>
                <a:gd name="connsiteY45" fmla="*/ 5439766 h 6858000"/>
                <a:gd name="connsiteX46" fmla="*/ 1931899 w 6849770"/>
                <a:gd name="connsiteY46" fmla="*/ 4467302 h 6858000"/>
                <a:gd name="connsiteX47" fmla="*/ 1898294 w 6849770"/>
                <a:gd name="connsiteY47" fmla="*/ 3834994 h 6858000"/>
                <a:gd name="connsiteX48" fmla="*/ 16459 w 6849770"/>
                <a:gd name="connsiteY48" fmla="*/ 3834994 h 6858000"/>
                <a:gd name="connsiteX49" fmla="*/ 3420771 w 6849770"/>
                <a:gd name="connsiteY49" fmla="*/ 6858000 h 6858000"/>
                <a:gd name="connsiteX50" fmla="*/ 6849771 w 6849770"/>
                <a:gd name="connsiteY50" fmla="*/ 3429000 h 6858000"/>
                <a:gd name="connsiteX51" fmla="*/ 3420771 w 6849770"/>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49770" h="6858000">
                  <a:moveTo>
                    <a:pt x="3420771" y="0"/>
                  </a:moveTo>
                  <a:cubicBezTo>
                    <a:pt x="1602715" y="0"/>
                    <a:pt x="116586" y="1414805"/>
                    <a:pt x="0" y="3203372"/>
                  </a:cubicBezTo>
                  <a:lnTo>
                    <a:pt x="1894180" y="3203372"/>
                  </a:lnTo>
                  <a:cubicBezTo>
                    <a:pt x="1901038" y="2927680"/>
                    <a:pt x="1915439" y="2569693"/>
                    <a:pt x="1931213" y="2452421"/>
                  </a:cubicBezTo>
                  <a:cubicBezTo>
                    <a:pt x="2015566" y="1852346"/>
                    <a:pt x="2568321" y="1479271"/>
                    <a:pt x="3372765" y="1479271"/>
                  </a:cubicBezTo>
                  <a:cubicBezTo>
                    <a:pt x="3372765" y="1479271"/>
                    <a:pt x="3373450" y="1479271"/>
                    <a:pt x="3373450" y="1479271"/>
                  </a:cubicBezTo>
                  <a:cubicBezTo>
                    <a:pt x="3968039" y="1479271"/>
                    <a:pt x="4701159" y="1647977"/>
                    <a:pt x="4815002" y="2451735"/>
                  </a:cubicBezTo>
                  <a:lnTo>
                    <a:pt x="4682643" y="2470252"/>
                  </a:lnTo>
                  <a:cubicBezTo>
                    <a:pt x="4601718" y="1901723"/>
                    <a:pt x="4161435" y="1613002"/>
                    <a:pt x="3373450" y="1613002"/>
                  </a:cubicBezTo>
                  <a:cubicBezTo>
                    <a:pt x="3373450" y="1613002"/>
                    <a:pt x="3372765" y="1613002"/>
                    <a:pt x="3372765" y="1613002"/>
                  </a:cubicBezTo>
                  <a:cubicBezTo>
                    <a:pt x="2639644" y="1613002"/>
                    <a:pt x="2138325" y="1942186"/>
                    <a:pt x="2063572" y="2470937"/>
                  </a:cubicBezTo>
                  <a:cubicBezTo>
                    <a:pt x="2042312" y="2623185"/>
                    <a:pt x="2023796" y="3234919"/>
                    <a:pt x="2023796" y="3459175"/>
                  </a:cubicBezTo>
                  <a:lnTo>
                    <a:pt x="2023796" y="3505124"/>
                  </a:lnTo>
                  <a:cubicBezTo>
                    <a:pt x="2025853" y="3758184"/>
                    <a:pt x="2043684" y="4306824"/>
                    <a:pt x="2063572" y="4449471"/>
                  </a:cubicBezTo>
                  <a:cubicBezTo>
                    <a:pt x="2138325" y="4978223"/>
                    <a:pt x="2640330" y="5306721"/>
                    <a:pt x="3373450" y="5306721"/>
                  </a:cubicBezTo>
                  <a:cubicBezTo>
                    <a:pt x="4162120" y="5306721"/>
                    <a:pt x="4602404" y="5017999"/>
                    <a:pt x="4683328" y="4449471"/>
                  </a:cubicBezTo>
                  <a:cubicBezTo>
                    <a:pt x="4705274" y="4290365"/>
                    <a:pt x="4710075" y="4119601"/>
                    <a:pt x="4710075" y="3911803"/>
                  </a:cubicBezTo>
                  <a:lnTo>
                    <a:pt x="4710075" y="3805504"/>
                  </a:lnTo>
                  <a:cubicBezTo>
                    <a:pt x="4708017" y="3516782"/>
                    <a:pt x="4606519" y="3337789"/>
                    <a:pt x="4104513" y="3337789"/>
                  </a:cubicBezTo>
                  <a:lnTo>
                    <a:pt x="2523744" y="3337789"/>
                  </a:lnTo>
                  <a:cubicBezTo>
                    <a:pt x="2523058" y="3388538"/>
                    <a:pt x="2522373" y="3431057"/>
                    <a:pt x="2522373" y="3459861"/>
                  </a:cubicBezTo>
                  <a:lnTo>
                    <a:pt x="2522373" y="3500323"/>
                  </a:lnTo>
                  <a:cubicBezTo>
                    <a:pt x="2523058" y="3551758"/>
                    <a:pt x="2523744" y="3622396"/>
                    <a:pt x="2525802" y="3701948"/>
                  </a:cubicBezTo>
                  <a:lnTo>
                    <a:pt x="4114800" y="3701948"/>
                  </a:lnTo>
                  <a:cubicBezTo>
                    <a:pt x="4177208" y="3701948"/>
                    <a:pt x="4341800" y="3701948"/>
                    <a:pt x="4345229" y="3887800"/>
                  </a:cubicBezTo>
                  <a:lnTo>
                    <a:pt x="4345229" y="3911117"/>
                  </a:lnTo>
                  <a:cubicBezTo>
                    <a:pt x="4345229" y="4070909"/>
                    <a:pt x="4345229" y="4208069"/>
                    <a:pt x="4322598" y="4359631"/>
                  </a:cubicBezTo>
                  <a:cubicBezTo>
                    <a:pt x="4264990" y="4767682"/>
                    <a:pt x="3981069" y="4941875"/>
                    <a:pt x="3373450" y="4941875"/>
                  </a:cubicBezTo>
                  <a:cubicBezTo>
                    <a:pt x="2786406" y="4941875"/>
                    <a:pt x="2493569" y="4769739"/>
                    <a:pt x="2428418" y="4385006"/>
                  </a:cubicBezTo>
                  <a:lnTo>
                    <a:pt x="2424303" y="4385006"/>
                  </a:lnTo>
                  <a:cubicBezTo>
                    <a:pt x="2401672" y="4231386"/>
                    <a:pt x="2388642" y="3605251"/>
                    <a:pt x="2388642" y="3459175"/>
                  </a:cubicBezTo>
                  <a:lnTo>
                    <a:pt x="2389327" y="3392653"/>
                  </a:lnTo>
                  <a:cubicBezTo>
                    <a:pt x="2392071" y="3176626"/>
                    <a:pt x="2404415" y="2696566"/>
                    <a:pt x="2424303" y="2560777"/>
                  </a:cubicBezTo>
                  <a:cubicBezTo>
                    <a:pt x="2480539" y="2158213"/>
                    <a:pt x="2773375" y="1978533"/>
                    <a:pt x="3372079" y="1978533"/>
                  </a:cubicBezTo>
                  <a:cubicBezTo>
                    <a:pt x="3372079" y="1978533"/>
                    <a:pt x="3372765" y="1978533"/>
                    <a:pt x="3372765" y="1978533"/>
                  </a:cubicBezTo>
                  <a:cubicBezTo>
                    <a:pt x="3981755" y="1978533"/>
                    <a:pt x="4265676" y="2152726"/>
                    <a:pt x="4323283" y="2560777"/>
                  </a:cubicBezTo>
                  <a:lnTo>
                    <a:pt x="4190924" y="2579294"/>
                  </a:lnTo>
                  <a:cubicBezTo>
                    <a:pt x="4151148" y="2298802"/>
                    <a:pt x="3997528" y="2111578"/>
                    <a:pt x="3374822" y="2111578"/>
                  </a:cubicBezTo>
                  <a:cubicBezTo>
                    <a:pt x="3374822" y="2111578"/>
                    <a:pt x="3374136" y="2111578"/>
                    <a:pt x="3374136" y="2111578"/>
                  </a:cubicBezTo>
                  <a:cubicBezTo>
                    <a:pt x="2713711" y="2111578"/>
                    <a:pt x="2591638" y="2336521"/>
                    <a:pt x="2557348" y="2579294"/>
                  </a:cubicBezTo>
                  <a:cubicBezTo>
                    <a:pt x="2543632" y="2673248"/>
                    <a:pt x="2532660" y="2971571"/>
                    <a:pt x="2527173" y="3203372"/>
                  </a:cubicBezTo>
                  <a:lnTo>
                    <a:pt x="4105199" y="3203372"/>
                  </a:lnTo>
                  <a:cubicBezTo>
                    <a:pt x="4613377" y="3203372"/>
                    <a:pt x="4841748" y="3388538"/>
                    <a:pt x="4843806" y="3804133"/>
                  </a:cubicBezTo>
                  <a:lnTo>
                    <a:pt x="4843806" y="3911117"/>
                  </a:lnTo>
                  <a:cubicBezTo>
                    <a:pt x="4843806" y="4124401"/>
                    <a:pt x="4839005" y="4300652"/>
                    <a:pt x="4816374" y="4467302"/>
                  </a:cubicBezTo>
                  <a:cubicBezTo>
                    <a:pt x="4702531" y="5271059"/>
                    <a:pt x="3969411" y="5439766"/>
                    <a:pt x="3374136" y="5439766"/>
                  </a:cubicBezTo>
                  <a:cubicBezTo>
                    <a:pt x="2569693" y="5439766"/>
                    <a:pt x="2016938" y="5067377"/>
                    <a:pt x="1931899" y="4467302"/>
                  </a:cubicBezTo>
                  <a:cubicBezTo>
                    <a:pt x="1917497" y="4363060"/>
                    <a:pt x="1905152" y="4083253"/>
                    <a:pt x="1898294" y="3834994"/>
                  </a:cubicBezTo>
                  <a:lnTo>
                    <a:pt x="16459" y="3834994"/>
                  </a:lnTo>
                  <a:cubicBezTo>
                    <a:pt x="217399" y="5537150"/>
                    <a:pt x="1664437" y="6858000"/>
                    <a:pt x="3420771" y="6858000"/>
                  </a:cubicBezTo>
                  <a:cubicBezTo>
                    <a:pt x="5314264" y="6858000"/>
                    <a:pt x="6849771" y="5322494"/>
                    <a:pt x="6849771" y="3429000"/>
                  </a:cubicBezTo>
                  <a:cubicBezTo>
                    <a:pt x="6849771" y="1535506"/>
                    <a:pt x="5314264" y="0"/>
                    <a:pt x="3420771" y="0"/>
                  </a:cubicBezTo>
                  <a:close/>
                </a:path>
              </a:pathLst>
            </a:custGeom>
            <a:solidFill>
              <a:srgbClr val="DE0058"/>
            </a:solidFill>
            <a:ln w="6858" cap="flat">
              <a:noFill/>
              <a:prstDash val="solid"/>
              <a:miter/>
            </a:ln>
          </p:spPr>
          <p:txBody>
            <a:bodyPr rtlCol="0" anchor="ctr"/>
            <a:lstStyle/>
            <a:p>
              <a:endParaRPr lang="nl-NL"/>
            </a:p>
          </p:txBody>
        </p:sp>
        <p:sp>
          <p:nvSpPr>
            <p:cNvPr id="23" name="Vrije vorm: vorm 22">
              <a:extLst>
                <a:ext uri="{FF2B5EF4-FFF2-40B4-BE49-F238E27FC236}">
                  <a16:creationId xmlns:a16="http://schemas.microsoft.com/office/drawing/2014/main" id="{F59E99C7-2A6C-4278-A784-096EF6B1C64E}"/>
                </a:ext>
              </a:extLst>
            </p:cNvPr>
            <p:cNvSpPr/>
            <p:nvPr/>
          </p:nvSpPr>
          <p:spPr>
            <a:xfrm>
              <a:off x="5204460" y="3834993"/>
              <a:ext cx="1682267" cy="973149"/>
            </a:xfrm>
            <a:custGeom>
              <a:avLst/>
              <a:gdLst>
                <a:gd name="connsiteX0" fmla="*/ 27432 w 1682267"/>
                <a:gd name="connsiteY0" fmla="*/ 505435 h 973149"/>
                <a:gd name="connsiteX1" fmla="*/ 842848 w 1682267"/>
                <a:gd name="connsiteY1" fmla="*/ 973150 h 973149"/>
                <a:gd name="connsiteX2" fmla="*/ 1661008 w 1682267"/>
                <a:gd name="connsiteY2" fmla="*/ 505435 h 973149"/>
                <a:gd name="connsiteX3" fmla="*/ 1682267 w 1682267"/>
                <a:gd name="connsiteY3" fmla="*/ 76124 h 973149"/>
                <a:gd name="connsiteX4" fmla="*/ 1682267 w 1682267"/>
                <a:gd name="connsiteY4" fmla="*/ 53492 h 973149"/>
                <a:gd name="connsiteX5" fmla="*/ 1585570 w 1682267"/>
                <a:gd name="connsiteY5" fmla="*/ 0 h 973149"/>
                <a:gd name="connsiteX6" fmla="*/ 0 w 1682267"/>
                <a:gd name="connsiteY6" fmla="*/ 0 h 973149"/>
                <a:gd name="connsiteX7" fmla="*/ 24689 w 1682267"/>
                <a:gd name="connsiteY7" fmla="*/ 505435 h 973149"/>
                <a:gd name="connsiteX8" fmla="*/ 27432 w 1682267"/>
                <a:gd name="connsiteY8" fmla="*/ 505435 h 97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2267" h="973149">
                  <a:moveTo>
                    <a:pt x="27432" y="505435"/>
                  </a:moveTo>
                  <a:cubicBezTo>
                    <a:pt x="61722" y="748208"/>
                    <a:pt x="183794" y="973150"/>
                    <a:pt x="842848" y="973150"/>
                  </a:cubicBezTo>
                  <a:cubicBezTo>
                    <a:pt x="1467612" y="973150"/>
                    <a:pt x="1621917" y="785927"/>
                    <a:pt x="1661008" y="505435"/>
                  </a:cubicBezTo>
                  <a:cubicBezTo>
                    <a:pt x="1682267" y="363474"/>
                    <a:pt x="1682267" y="230429"/>
                    <a:pt x="1682267" y="76124"/>
                  </a:cubicBezTo>
                  <a:lnTo>
                    <a:pt x="1682267" y="53492"/>
                  </a:lnTo>
                  <a:cubicBezTo>
                    <a:pt x="1681582" y="17145"/>
                    <a:pt x="1681582" y="0"/>
                    <a:pt x="1585570" y="0"/>
                  </a:cubicBezTo>
                  <a:lnTo>
                    <a:pt x="0" y="0"/>
                  </a:lnTo>
                  <a:cubicBezTo>
                    <a:pt x="5486" y="196825"/>
                    <a:pt x="13716" y="408737"/>
                    <a:pt x="24689" y="505435"/>
                  </a:cubicBezTo>
                  <a:lnTo>
                    <a:pt x="27432" y="505435"/>
                  </a:lnTo>
                  <a:close/>
                </a:path>
              </a:pathLst>
            </a:custGeom>
            <a:solidFill>
              <a:srgbClr val="DE0058"/>
            </a:solidFill>
            <a:ln w="6858" cap="flat">
              <a:noFill/>
              <a:prstDash val="solid"/>
              <a:miter/>
            </a:ln>
          </p:spPr>
          <p:txBody>
            <a:bodyPr rtlCol="0" anchor="ctr"/>
            <a:lstStyle/>
            <a:p>
              <a:endParaRPr lang="nl-NL"/>
            </a:p>
          </p:txBody>
        </p:sp>
      </p:grpSp>
    </p:spTree>
    <p:extLst>
      <p:ext uri="{BB962C8B-B14F-4D97-AF65-F5344CB8AC3E}">
        <p14:creationId xmlns:p14="http://schemas.microsoft.com/office/powerpoint/2010/main" val="203531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00" fill="hold"/>
                                        <p:tgtEl>
                                          <p:spTgt spid="7"/>
                                        </p:tgtEl>
                                        <p:attrNameLst>
                                          <p:attrName>ppt_x</p:attrName>
                                        </p:attrNameLst>
                                      </p:cBhvr>
                                      <p:tavLst>
                                        <p:tav tm="0">
                                          <p:val>
                                            <p:strVal val="0-#ppt_w/2"/>
                                          </p:val>
                                        </p:tav>
                                        <p:tav tm="100000">
                                          <p:val>
                                            <p:strVal val="#ppt_x"/>
                                          </p:val>
                                        </p:tav>
                                      </p:tavLst>
                                    </p:anim>
                                    <p:anim calcmode="lin" valueType="num">
                                      <p:cBhvr additive="base">
                                        <p:cTn id="8" dur="2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ie">
    <p:spTree>
      <p:nvGrpSpPr>
        <p:cNvPr id="1" name=""/>
        <p:cNvGrpSpPr/>
        <p:nvPr/>
      </p:nvGrpSpPr>
      <p:grpSpPr>
        <a:xfrm>
          <a:off x="0" y="0"/>
          <a:ext cx="0" cy="0"/>
          <a:chOff x="0" y="0"/>
          <a:chExt cx="0" cy="0"/>
        </a:xfrm>
      </p:grpSpPr>
      <p:pic>
        <p:nvPicPr>
          <p:cNvPr id="2" name="Goudappel _ logo screensaver_1">
            <a:hlinkClick r:id="" action="ppaction://media"/>
            <a:extLst>
              <a:ext uri="{FF2B5EF4-FFF2-40B4-BE49-F238E27FC236}">
                <a16:creationId xmlns:a16="http://schemas.microsoft.com/office/drawing/2014/main" id="{8FE544A7-8781-4E78-B5E0-37FABFF0A706}"/>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58057" y="0"/>
            <a:ext cx="12250057" cy="6890774"/>
          </a:xfrm>
          <a:prstGeom prst="rect">
            <a:avLst/>
          </a:prstGeom>
        </p:spPr>
      </p:pic>
      <p:sp>
        <p:nvSpPr>
          <p:cNvPr id="3" name="Tekstvak 2">
            <a:extLst>
              <a:ext uri="{FF2B5EF4-FFF2-40B4-BE49-F238E27FC236}">
                <a16:creationId xmlns:a16="http://schemas.microsoft.com/office/drawing/2014/main" id="{573F4C1B-895A-453A-926C-CE5134776962}"/>
              </a:ext>
            </a:extLst>
          </p:cNvPr>
          <p:cNvSpPr txBox="1"/>
          <p:nvPr userDrawn="1"/>
        </p:nvSpPr>
        <p:spPr>
          <a:xfrm>
            <a:off x="2863551" y="3915834"/>
            <a:ext cx="5185834" cy="477054"/>
          </a:xfrm>
          <a:prstGeom prst="rect">
            <a:avLst/>
          </a:prstGeom>
          <a:noFill/>
        </p:spPr>
        <p:txBody>
          <a:bodyPr wrap="square" rtlCol="0">
            <a:spAutoFit/>
          </a:bodyPr>
          <a:lstStyle/>
          <a:p>
            <a:r>
              <a:rPr lang="nl-NL" sz="2500" b="1" spc="180" baseline="0" dirty="0">
                <a:solidFill>
                  <a:schemeClr val="bg1"/>
                </a:solidFill>
                <a:latin typeface="+mj-lt"/>
                <a:ea typeface="Segoe UI Black" panose="020B0A02040204020203" pitchFamily="34" charset="0"/>
              </a:rPr>
              <a:t>MOBILITEIT BEWEEGT ONS</a:t>
            </a:r>
          </a:p>
        </p:txBody>
      </p:sp>
    </p:spTree>
    <p:extLst>
      <p:ext uri="{BB962C8B-B14F-4D97-AF65-F5344CB8AC3E}">
        <p14:creationId xmlns:p14="http://schemas.microsoft.com/office/powerpoint/2010/main" val="176443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37" fill="hold"/>
                                        <p:tgtEl>
                                          <p:spTgt spid="2"/>
                                        </p:tgtEl>
                                      </p:cBhvr>
                                    </p:cmd>
                                  </p:childTnLst>
                                </p:cTn>
                              </p:par>
                            </p:childTnLst>
                          </p:cTn>
                        </p:par>
                        <p:par>
                          <p:cTn id="7" fill="hold">
                            <p:stCondLst>
                              <p:cond delay="2837"/>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bldLst>
      <p:bldP spid="3"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ie (EN)">
    <p:spTree>
      <p:nvGrpSpPr>
        <p:cNvPr id="1" name=""/>
        <p:cNvGrpSpPr/>
        <p:nvPr/>
      </p:nvGrpSpPr>
      <p:grpSpPr>
        <a:xfrm>
          <a:off x="0" y="0"/>
          <a:ext cx="0" cy="0"/>
          <a:chOff x="0" y="0"/>
          <a:chExt cx="0" cy="0"/>
        </a:xfrm>
      </p:grpSpPr>
      <p:pic>
        <p:nvPicPr>
          <p:cNvPr id="2" name="Goudappel _ logo screensaver_1">
            <a:hlinkClick r:id="" action="ppaction://media"/>
            <a:extLst>
              <a:ext uri="{FF2B5EF4-FFF2-40B4-BE49-F238E27FC236}">
                <a16:creationId xmlns:a16="http://schemas.microsoft.com/office/drawing/2014/main" id="{8FE544A7-8781-4E78-B5E0-37FABFF0A706}"/>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58057" y="0"/>
            <a:ext cx="12250057" cy="6890774"/>
          </a:xfrm>
          <a:prstGeom prst="rect">
            <a:avLst/>
          </a:prstGeom>
        </p:spPr>
      </p:pic>
      <p:sp>
        <p:nvSpPr>
          <p:cNvPr id="3" name="Tekstvak 2">
            <a:extLst>
              <a:ext uri="{FF2B5EF4-FFF2-40B4-BE49-F238E27FC236}">
                <a16:creationId xmlns:a16="http://schemas.microsoft.com/office/drawing/2014/main" id="{573F4C1B-895A-453A-926C-CE5134776962}"/>
              </a:ext>
            </a:extLst>
          </p:cNvPr>
          <p:cNvSpPr txBox="1"/>
          <p:nvPr userDrawn="1"/>
        </p:nvSpPr>
        <p:spPr>
          <a:xfrm>
            <a:off x="2863551" y="3915834"/>
            <a:ext cx="5185834" cy="477054"/>
          </a:xfrm>
          <a:prstGeom prst="rect">
            <a:avLst/>
          </a:prstGeom>
          <a:noFill/>
        </p:spPr>
        <p:txBody>
          <a:bodyPr wrap="square" rtlCol="0">
            <a:spAutoFit/>
          </a:bodyPr>
          <a:lstStyle/>
          <a:p>
            <a:r>
              <a:rPr lang="nl-NL" sz="2500" b="1" spc="180" baseline="0" dirty="0">
                <a:solidFill>
                  <a:schemeClr val="bg1"/>
                </a:solidFill>
                <a:latin typeface="+mj-lt"/>
                <a:ea typeface="Segoe UI Black" panose="020B0A02040204020203" pitchFamily="34" charset="0"/>
              </a:rPr>
              <a:t>MOBILITY MOVES US</a:t>
            </a:r>
          </a:p>
        </p:txBody>
      </p:sp>
    </p:spTree>
    <p:extLst>
      <p:ext uri="{BB962C8B-B14F-4D97-AF65-F5344CB8AC3E}">
        <p14:creationId xmlns:p14="http://schemas.microsoft.com/office/powerpoint/2010/main" val="960674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37" fill="hold"/>
                                        <p:tgtEl>
                                          <p:spTgt spid="2"/>
                                        </p:tgtEl>
                                      </p:cBhvr>
                                    </p:cmd>
                                  </p:childTnLst>
                                </p:cTn>
                              </p:par>
                            </p:childTnLst>
                          </p:cTn>
                        </p:par>
                        <p:par>
                          <p:cTn id="7" fill="hold">
                            <p:stCondLst>
                              <p:cond delay="2837"/>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bldLst>
      <p:bldP spid="3"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nimatie (DE)">
    <p:spTree>
      <p:nvGrpSpPr>
        <p:cNvPr id="1" name=""/>
        <p:cNvGrpSpPr/>
        <p:nvPr/>
      </p:nvGrpSpPr>
      <p:grpSpPr>
        <a:xfrm>
          <a:off x="0" y="0"/>
          <a:ext cx="0" cy="0"/>
          <a:chOff x="0" y="0"/>
          <a:chExt cx="0" cy="0"/>
        </a:xfrm>
      </p:grpSpPr>
      <p:pic>
        <p:nvPicPr>
          <p:cNvPr id="2" name="Goudappel _ logo screensaver_1">
            <a:hlinkClick r:id="" action="ppaction://media"/>
            <a:extLst>
              <a:ext uri="{FF2B5EF4-FFF2-40B4-BE49-F238E27FC236}">
                <a16:creationId xmlns:a16="http://schemas.microsoft.com/office/drawing/2014/main" id="{8FE544A7-8781-4E78-B5E0-37FABFF0A706}"/>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58057" y="0"/>
            <a:ext cx="12250057" cy="6890774"/>
          </a:xfrm>
          <a:prstGeom prst="rect">
            <a:avLst/>
          </a:prstGeom>
        </p:spPr>
      </p:pic>
      <p:sp>
        <p:nvSpPr>
          <p:cNvPr id="3" name="Tekstvak 2">
            <a:extLst>
              <a:ext uri="{FF2B5EF4-FFF2-40B4-BE49-F238E27FC236}">
                <a16:creationId xmlns:a16="http://schemas.microsoft.com/office/drawing/2014/main" id="{573F4C1B-895A-453A-926C-CE5134776962}"/>
              </a:ext>
            </a:extLst>
          </p:cNvPr>
          <p:cNvSpPr txBox="1"/>
          <p:nvPr userDrawn="1"/>
        </p:nvSpPr>
        <p:spPr>
          <a:xfrm>
            <a:off x="2863551" y="3915834"/>
            <a:ext cx="5185834" cy="477054"/>
          </a:xfrm>
          <a:prstGeom prst="rect">
            <a:avLst/>
          </a:prstGeom>
          <a:noFill/>
        </p:spPr>
        <p:txBody>
          <a:bodyPr wrap="square" rtlCol="0">
            <a:spAutoFit/>
          </a:bodyPr>
          <a:lstStyle/>
          <a:p>
            <a:r>
              <a:rPr lang="nl-NL" sz="2500" b="1" spc="180" baseline="0" dirty="0">
                <a:solidFill>
                  <a:schemeClr val="bg1"/>
                </a:solidFill>
                <a:latin typeface="+mj-lt"/>
                <a:ea typeface="Segoe UI Black" panose="020B0A02040204020203" pitchFamily="34" charset="0"/>
              </a:rPr>
              <a:t>MOBILITÄT BEWEGT UNS</a:t>
            </a:r>
          </a:p>
        </p:txBody>
      </p:sp>
    </p:spTree>
    <p:extLst>
      <p:ext uri="{BB962C8B-B14F-4D97-AF65-F5344CB8AC3E}">
        <p14:creationId xmlns:p14="http://schemas.microsoft.com/office/powerpoint/2010/main" val="2562656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37" fill="hold"/>
                                        <p:tgtEl>
                                          <p:spTgt spid="2"/>
                                        </p:tgtEl>
                                      </p:cBhvr>
                                    </p:cmd>
                                  </p:childTnLst>
                                </p:cTn>
                              </p:par>
                            </p:childTnLst>
                          </p:cTn>
                        </p:par>
                        <p:par>
                          <p:cTn id="7" fill="hold">
                            <p:stCondLst>
                              <p:cond delay="2837"/>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bldLst>
      <p:bldP spid="3"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462375B2-58C7-4B5D-B950-2BFB4051CFE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57399" y="2755894"/>
            <a:ext cx="7903032" cy="1791620"/>
          </a:xfrm>
          <a:prstGeom prst="rect">
            <a:avLst/>
          </a:prstGeom>
        </p:spPr>
      </p:pic>
      <p:sp>
        <p:nvSpPr>
          <p:cNvPr id="6" name="Tekstvak 5">
            <a:extLst>
              <a:ext uri="{FF2B5EF4-FFF2-40B4-BE49-F238E27FC236}">
                <a16:creationId xmlns:a16="http://schemas.microsoft.com/office/drawing/2014/main" id="{DB202868-7253-4C2C-8333-021AF25E8097}"/>
              </a:ext>
            </a:extLst>
          </p:cNvPr>
          <p:cNvSpPr txBox="1"/>
          <p:nvPr userDrawn="1"/>
        </p:nvSpPr>
        <p:spPr>
          <a:xfrm>
            <a:off x="1968502" y="4186767"/>
            <a:ext cx="5185834" cy="477054"/>
          </a:xfrm>
          <a:prstGeom prst="rect">
            <a:avLst/>
          </a:prstGeom>
          <a:noFill/>
        </p:spPr>
        <p:txBody>
          <a:bodyPr wrap="square" rtlCol="0">
            <a:spAutoFit/>
          </a:bodyPr>
          <a:lstStyle/>
          <a:p>
            <a:r>
              <a:rPr lang="nl-NL" sz="2500" b="1" spc="180" baseline="0" dirty="0">
                <a:solidFill>
                  <a:schemeClr val="bg1"/>
                </a:solidFill>
                <a:latin typeface="+mj-lt"/>
                <a:ea typeface="Segoe UI Black" panose="020B0A02040204020203" pitchFamily="34" charset="0"/>
              </a:rPr>
              <a:t>MOBILITEIT BEWEEGT ONS</a:t>
            </a:r>
          </a:p>
        </p:txBody>
      </p:sp>
    </p:spTree>
    <p:extLst>
      <p:ext uri="{BB962C8B-B14F-4D97-AF65-F5344CB8AC3E}">
        <p14:creationId xmlns:p14="http://schemas.microsoft.com/office/powerpoint/2010/main" val="2283396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ogo (EN)">
    <p:bg>
      <p:bgPr>
        <a:solidFill>
          <a:schemeClr val="accent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462375B2-58C7-4B5D-B950-2BFB4051CFE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057399" y="2755894"/>
            <a:ext cx="7903032" cy="1791619"/>
          </a:xfrm>
          <a:prstGeom prst="rect">
            <a:avLst/>
          </a:prstGeom>
        </p:spPr>
      </p:pic>
      <p:sp>
        <p:nvSpPr>
          <p:cNvPr id="6" name="Tekstvak 5">
            <a:extLst>
              <a:ext uri="{FF2B5EF4-FFF2-40B4-BE49-F238E27FC236}">
                <a16:creationId xmlns:a16="http://schemas.microsoft.com/office/drawing/2014/main" id="{DB202868-7253-4C2C-8333-021AF25E8097}"/>
              </a:ext>
            </a:extLst>
          </p:cNvPr>
          <p:cNvSpPr txBox="1"/>
          <p:nvPr userDrawn="1"/>
        </p:nvSpPr>
        <p:spPr>
          <a:xfrm>
            <a:off x="1968502" y="4186767"/>
            <a:ext cx="5185834" cy="477054"/>
          </a:xfrm>
          <a:prstGeom prst="rect">
            <a:avLst/>
          </a:prstGeom>
          <a:noFill/>
        </p:spPr>
        <p:txBody>
          <a:bodyPr wrap="square" rtlCol="0">
            <a:spAutoFit/>
          </a:bodyPr>
          <a:lstStyle/>
          <a:p>
            <a:r>
              <a:rPr lang="nl-NL" sz="2500" b="1" spc="180" baseline="0" dirty="0">
                <a:solidFill>
                  <a:schemeClr val="bg1"/>
                </a:solidFill>
                <a:latin typeface="+mj-lt"/>
                <a:ea typeface="Segoe UI Black" panose="020B0A02040204020203" pitchFamily="34" charset="0"/>
              </a:rPr>
              <a:t>MOBILITY MOVES US</a:t>
            </a:r>
          </a:p>
        </p:txBody>
      </p:sp>
    </p:spTree>
    <p:extLst>
      <p:ext uri="{BB962C8B-B14F-4D97-AF65-F5344CB8AC3E}">
        <p14:creationId xmlns:p14="http://schemas.microsoft.com/office/powerpoint/2010/main" val="2350069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Logo (DE)">
    <p:bg>
      <p:bgPr>
        <a:solidFill>
          <a:schemeClr val="accent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462375B2-58C7-4B5D-B950-2BFB4051CFE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057400" y="2755894"/>
            <a:ext cx="7903030" cy="1791619"/>
          </a:xfrm>
          <a:prstGeom prst="rect">
            <a:avLst/>
          </a:prstGeom>
        </p:spPr>
      </p:pic>
      <p:sp>
        <p:nvSpPr>
          <p:cNvPr id="6" name="Tekstvak 5">
            <a:extLst>
              <a:ext uri="{FF2B5EF4-FFF2-40B4-BE49-F238E27FC236}">
                <a16:creationId xmlns:a16="http://schemas.microsoft.com/office/drawing/2014/main" id="{DB202868-7253-4C2C-8333-021AF25E8097}"/>
              </a:ext>
            </a:extLst>
          </p:cNvPr>
          <p:cNvSpPr txBox="1"/>
          <p:nvPr userDrawn="1"/>
        </p:nvSpPr>
        <p:spPr>
          <a:xfrm>
            <a:off x="1968502" y="4186767"/>
            <a:ext cx="5185834" cy="477054"/>
          </a:xfrm>
          <a:prstGeom prst="rect">
            <a:avLst/>
          </a:prstGeom>
          <a:noFill/>
        </p:spPr>
        <p:txBody>
          <a:bodyPr wrap="square" rtlCol="0">
            <a:spAutoFit/>
          </a:bodyPr>
          <a:lstStyle/>
          <a:p>
            <a:r>
              <a:rPr lang="nl-NL" sz="2500" b="1" spc="180" baseline="0" dirty="0">
                <a:solidFill>
                  <a:schemeClr val="bg1"/>
                </a:solidFill>
                <a:latin typeface="+mj-lt"/>
                <a:ea typeface="Segoe UI Black" panose="020B0A02040204020203" pitchFamily="34" charset="0"/>
              </a:rPr>
              <a:t>MOBILITÄT BEWEGT UNS</a:t>
            </a:r>
          </a:p>
        </p:txBody>
      </p:sp>
    </p:spTree>
    <p:extLst>
      <p:ext uri="{BB962C8B-B14F-4D97-AF65-F5344CB8AC3E}">
        <p14:creationId xmlns:p14="http://schemas.microsoft.com/office/powerpoint/2010/main" val="684356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eldia diapositief met afbeelding">
    <p:bg>
      <p:bgPr>
        <a:solidFill>
          <a:schemeClr val="bg1"/>
        </a:solidFill>
        <a:effectLst/>
      </p:bgPr>
    </p:bg>
    <p:spTree>
      <p:nvGrpSpPr>
        <p:cNvPr id="1" name=""/>
        <p:cNvGrpSpPr/>
        <p:nvPr/>
      </p:nvGrpSpPr>
      <p:grpSpPr>
        <a:xfrm>
          <a:off x="0" y="0"/>
          <a:ext cx="0" cy="0"/>
          <a:chOff x="0" y="0"/>
          <a:chExt cx="0" cy="0"/>
        </a:xfrm>
      </p:grpSpPr>
      <p:sp>
        <p:nvSpPr>
          <p:cNvPr id="13" name="Tijdelijke aanduiding voor afbeelding 5">
            <a:extLst>
              <a:ext uri="{FF2B5EF4-FFF2-40B4-BE49-F238E27FC236}">
                <a16:creationId xmlns:a16="http://schemas.microsoft.com/office/drawing/2014/main" id="{A98D6829-D415-4BD5-93D2-18E4F3220FAD}"/>
              </a:ext>
            </a:extLst>
          </p:cNvPr>
          <p:cNvSpPr>
            <a:spLocks noGrp="1"/>
          </p:cNvSpPr>
          <p:nvPr>
            <p:ph type="pic" sz="quarter" idx="10" hasCustomPrompt="1"/>
          </p:nvPr>
        </p:nvSpPr>
        <p:spPr>
          <a:xfrm>
            <a:off x="5333998" y="0"/>
            <a:ext cx="6858000" cy="6858000"/>
          </a:xfrm>
          <a:solidFill>
            <a:schemeClr val="bg1">
              <a:lumMod val="75000"/>
            </a:schemeClr>
          </a:solidFill>
        </p:spPr>
        <p:txBody>
          <a:bodyPr lIns="1800000" tIns="1800000" rIns="1800000"/>
          <a:lstStyle>
            <a:lvl1pPr algn="ctr">
              <a:defRPr>
                <a:solidFill>
                  <a:schemeClr val="bg1">
                    <a:lumMod val="95000"/>
                  </a:schemeClr>
                </a:solidFill>
              </a:defRPr>
            </a:lvl1pPr>
          </a:lstStyle>
          <a:p>
            <a:r>
              <a:rPr lang="nl-NL" dirty="0"/>
              <a:t>Gebruik wijzig foto in het Goudappel lint om deze foto te wijzigen</a:t>
            </a:r>
          </a:p>
        </p:txBody>
      </p:sp>
      <p:sp>
        <p:nvSpPr>
          <p:cNvPr id="14" name="Tijdelijke aanduiding voor tekst 12">
            <a:extLst>
              <a:ext uri="{FF2B5EF4-FFF2-40B4-BE49-F238E27FC236}">
                <a16:creationId xmlns:a16="http://schemas.microsoft.com/office/drawing/2014/main" id="{A89719BE-9F0A-4382-ACCF-BAF1DD526998}"/>
              </a:ext>
            </a:extLst>
          </p:cNvPr>
          <p:cNvSpPr>
            <a:spLocks noGrp="1"/>
          </p:cNvSpPr>
          <p:nvPr>
            <p:ph type="body" sz="quarter" idx="11" hasCustomPrompt="1"/>
          </p:nvPr>
        </p:nvSpPr>
        <p:spPr>
          <a:xfrm>
            <a:off x="11460617" y="6315526"/>
            <a:ext cx="328612" cy="327025"/>
          </a:xfrm>
          <a:blipFill>
            <a:blip r:embed="rId2">
              <a:extLst>
                <a:ext uri="{96DAC541-7B7A-43D3-8B79-37D633B846F1}">
                  <asvg:svgBlip xmlns:asvg="http://schemas.microsoft.com/office/drawing/2016/SVG/main" r:embed="rId3"/>
                </a:ext>
              </a:extLst>
            </a:blip>
            <a:stretch>
              <a:fillRect/>
            </a:stretch>
          </a:blipFill>
        </p:spPr>
        <p:txBody>
          <a:bodyPr/>
          <a:lstStyle/>
          <a:p>
            <a:pPr lvl="0"/>
            <a:r>
              <a:rPr lang="nl-NL" dirty="0"/>
              <a:t> </a:t>
            </a:r>
          </a:p>
        </p:txBody>
      </p:sp>
      <p:sp>
        <p:nvSpPr>
          <p:cNvPr id="10" name="Rechthoek 9">
            <a:extLst>
              <a:ext uri="{FF2B5EF4-FFF2-40B4-BE49-F238E27FC236}">
                <a16:creationId xmlns:a16="http://schemas.microsoft.com/office/drawing/2014/main" id="{6BB4EC40-97FD-446D-9DED-B44F25050F4B}"/>
              </a:ext>
            </a:extLst>
          </p:cNvPr>
          <p:cNvSpPr/>
          <p:nvPr userDrawn="1"/>
        </p:nvSpPr>
        <p:spPr>
          <a:xfrm>
            <a:off x="0" y="0"/>
            <a:ext cx="533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16787226-E371-4F5A-B004-BF76810B9EDF}"/>
              </a:ext>
            </a:extLst>
          </p:cNvPr>
          <p:cNvSpPr>
            <a:spLocks noGrp="1"/>
          </p:cNvSpPr>
          <p:nvPr>
            <p:ph type="ctrTitle" hasCustomPrompt="1"/>
          </p:nvPr>
        </p:nvSpPr>
        <p:spPr>
          <a:xfrm>
            <a:off x="766764" y="2171753"/>
            <a:ext cx="3769180" cy="1107996"/>
          </a:xfrm>
        </p:spPr>
        <p:txBody>
          <a:bodyPr anchor="b"/>
          <a:lstStyle>
            <a:lvl1pPr algn="l">
              <a:lnSpc>
                <a:spcPct val="100000"/>
              </a:lnSpc>
              <a:defRPr sz="3600">
                <a:solidFill>
                  <a:schemeClr val="bg1"/>
                </a:solidFill>
              </a:defRPr>
            </a:lvl1pPr>
          </a:lstStyle>
          <a:p>
            <a:r>
              <a:rPr lang="nl-NL" dirty="0"/>
              <a:t>PRESENTATIE</a:t>
            </a:r>
            <a:br>
              <a:rPr lang="nl-NL" dirty="0"/>
            </a:br>
            <a:r>
              <a:rPr lang="nl-NL" dirty="0"/>
              <a:t>TITEL</a:t>
            </a:r>
          </a:p>
        </p:txBody>
      </p:sp>
      <p:sp>
        <p:nvSpPr>
          <p:cNvPr id="3" name="Ondertitel 2">
            <a:extLst>
              <a:ext uri="{FF2B5EF4-FFF2-40B4-BE49-F238E27FC236}">
                <a16:creationId xmlns:a16="http://schemas.microsoft.com/office/drawing/2014/main" id="{14BE9627-AB19-4C59-9CFE-D94AD5E90523}"/>
              </a:ext>
            </a:extLst>
          </p:cNvPr>
          <p:cNvSpPr>
            <a:spLocks noGrp="1"/>
          </p:cNvSpPr>
          <p:nvPr>
            <p:ph type="subTitle" idx="1" hasCustomPrompt="1"/>
          </p:nvPr>
        </p:nvSpPr>
        <p:spPr>
          <a:xfrm>
            <a:off x="766763" y="3615099"/>
            <a:ext cx="3769181" cy="1946365"/>
          </a:xfrm>
        </p:spPr>
        <p:txBody>
          <a:bodyPr>
            <a:noAutofit/>
          </a:bodyPr>
          <a:lstStyle>
            <a:lvl1pPr marL="0" indent="0" algn="l">
              <a:buNone/>
              <a:defRPr sz="2000" spc="-2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subtitel onder de titel</a:t>
            </a:r>
          </a:p>
        </p:txBody>
      </p:sp>
      <p:grpSp>
        <p:nvGrpSpPr>
          <p:cNvPr id="7" name="Groep 6">
            <a:extLst>
              <a:ext uri="{FF2B5EF4-FFF2-40B4-BE49-F238E27FC236}">
                <a16:creationId xmlns:a16="http://schemas.microsoft.com/office/drawing/2014/main" id="{94936B73-96C0-490B-A963-6E418BBE2FFC}"/>
              </a:ext>
            </a:extLst>
          </p:cNvPr>
          <p:cNvGrpSpPr/>
          <p:nvPr userDrawn="1"/>
        </p:nvGrpSpPr>
        <p:grpSpPr>
          <a:xfrm>
            <a:off x="0" y="3406140"/>
            <a:ext cx="3769179" cy="47353"/>
            <a:chOff x="0" y="1471262"/>
            <a:chExt cx="6471285" cy="76200"/>
          </a:xfrm>
        </p:grpSpPr>
        <p:sp>
          <p:nvSpPr>
            <p:cNvPr id="8" name="object 2">
              <a:extLst>
                <a:ext uri="{FF2B5EF4-FFF2-40B4-BE49-F238E27FC236}">
                  <a16:creationId xmlns:a16="http://schemas.microsoft.com/office/drawing/2014/main" id="{2D23CEAD-73AF-4339-A4B0-01B150264EBF}"/>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chemeClr val="bg1"/>
              </a:solidFill>
            </a:ln>
          </p:spPr>
          <p:txBody>
            <a:bodyPr wrap="square" lIns="0" tIns="0" rIns="0" bIns="0" rtlCol="0"/>
            <a:lstStyle/>
            <a:p>
              <a:endParaRPr/>
            </a:p>
          </p:txBody>
        </p:sp>
        <p:sp>
          <p:nvSpPr>
            <p:cNvPr id="9" name="object 3">
              <a:extLst>
                <a:ext uri="{FF2B5EF4-FFF2-40B4-BE49-F238E27FC236}">
                  <a16:creationId xmlns:a16="http://schemas.microsoft.com/office/drawing/2014/main" id="{044F4F9C-490A-4A42-8209-627E0C3FAC40}"/>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chemeClr val="bg1"/>
              </a:solidFill>
            </a:ln>
          </p:spPr>
          <p:txBody>
            <a:bodyPr wrap="square" lIns="0" tIns="0" rIns="0" bIns="0" rtlCol="0"/>
            <a:lstStyle/>
            <a:p>
              <a:endParaRPr/>
            </a:p>
          </p:txBody>
        </p:sp>
      </p:grpSp>
      <p:sp>
        <p:nvSpPr>
          <p:cNvPr id="20" name="Tijdelijke aanduiding voor dianummer 5">
            <a:extLst>
              <a:ext uri="{FF2B5EF4-FFF2-40B4-BE49-F238E27FC236}">
                <a16:creationId xmlns:a16="http://schemas.microsoft.com/office/drawing/2014/main" id="{194D5121-143A-486B-8464-8E911D66A24F}"/>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bg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
        <p:nvSpPr>
          <p:cNvPr id="15" name="Tijdelijke aanduiding voor datum 3">
            <a:extLst>
              <a:ext uri="{FF2B5EF4-FFF2-40B4-BE49-F238E27FC236}">
                <a16:creationId xmlns:a16="http://schemas.microsoft.com/office/drawing/2014/main" id="{0F83A67E-D451-4DD9-9B17-66A7EB5C6160}"/>
              </a:ext>
            </a:extLst>
          </p:cNvPr>
          <p:cNvSpPr>
            <a:spLocks noGrp="1"/>
          </p:cNvSpPr>
          <p:nvPr>
            <p:ph type="dt" sz="half" idx="2"/>
          </p:nvPr>
        </p:nvSpPr>
        <p:spPr>
          <a:xfrm>
            <a:off x="1447799" y="6115917"/>
            <a:ext cx="3088145" cy="180000"/>
          </a:xfrm>
          <a:prstGeom prst="rect">
            <a:avLst/>
          </a:prstGeom>
        </p:spPr>
        <p:txBody>
          <a:bodyPr vert="horz" lIns="0" tIns="0" rIns="0" bIns="0" rtlCol="0" anchor="ctr"/>
          <a:lstStyle>
            <a:lvl1pPr algn="l">
              <a:defRPr sz="900">
                <a:solidFill>
                  <a:schemeClr val="bg1"/>
                </a:solidFill>
                <a:latin typeface="Segoe UI Light" panose="020B0502040204020203" pitchFamily="34" charset="0"/>
                <a:cs typeface="Segoe UI Light" panose="020B0502040204020203" pitchFamily="34" charset="0"/>
              </a:defRPr>
            </a:lvl1pPr>
          </a:lstStyle>
          <a:p>
            <a:r>
              <a:rPr lang="nl-NL"/>
              <a:t>d mnd jaar</a:t>
            </a:r>
            <a:endParaRPr lang="nl-NL" dirty="0"/>
          </a:p>
        </p:txBody>
      </p:sp>
      <p:sp>
        <p:nvSpPr>
          <p:cNvPr id="16" name="Tijdelijke aanduiding voor voettekst 4">
            <a:extLst>
              <a:ext uri="{FF2B5EF4-FFF2-40B4-BE49-F238E27FC236}">
                <a16:creationId xmlns:a16="http://schemas.microsoft.com/office/drawing/2014/main" id="{D79F1313-3B0F-4BBA-8B9C-DE419B2B5E68}"/>
              </a:ext>
            </a:extLst>
          </p:cNvPr>
          <p:cNvSpPr>
            <a:spLocks noGrp="1"/>
          </p:cNvSpPr>
          <p:nvPr>
            <p:ph type="ftr" sz="quarter" idx="3"/>
          </p:nvPr>
        </p:nvSpPr>
        <p:spPr>
          <a:xfrm>
            <a:off x="1447799" y="5931352"/>
            <a:ext cx="3088145" cy="180000"/>
          </a:xfrm>
          <a:prstGeom prst="rect">
            <a:avLst/>
          </a:prstGeom>
        </p:spPr>
        <p:txBody>
          <a:bodyPr vert="horz" lIns="0" tIns="0" rIns="0" bIns="0" rtlCol="0" anchor="ctr"/>
          <a:lstStyle>
            <a:lvl1pPr algn="r">
              <a:defRPr sz="900">
                <a:solidFill>
                  <a:schemeClr val="bg1"/>
                </a:solidFill>
                <a:latin typeface="Segoe UI Light" panose="020B0502040204020203" pitchFamily="34" charset="0"/>
                <a:cs typeface="Segoe UI Light" panose="020B0502040204020203" pitchFamily="34" charset="0"/>
              </a:defRPr>
            </a:lvl1pPr>
          </a:lstStyle>
          <a:p>
            <a:pPr algn="l"/>
            <a:endParaRPr lang="nl-NL" dirty="0"/>
          </a:p>
        </p:txBody>
      </p:sp>
      <p:sp>
        <p:nvSpPr>
          <p:cNvPr id="19" name="txtReference">
            <a:extLst>
              <a:ext uri="{FF2B5EF4-FFF2-40B4-BE49-F238E27FC236}">
                <a16:creationId xmlns:a16="http://schemas.microsoft.com/office/drawing/2014/main" id="{BE9878A9-F78D-4A4C-8547-86E20DA27FD5}"/>
              </a:ext>
            </a:extLst>
          </p:cNvPr>
          <p:cNvSpPr txBox="1"/>
          <p:nvPr userDrawn="1"/>
        </p:nvSpPr>
        <p:spPr>
          <a:xfrm>
            <a:off x="766763" y="5931352"/>
            <a:ext cx="630237" cy="180000"/>
          </a:xfrm>
          <a:prstGeom prst="rect">
            <a:avLst/>
          </a:prstGeom>
          <a:noFill/>
        </p:spPr>
        <p:txBody>
          <a:bodyPr wrap="square" lIns="0" tIns="0" rIns="0" bIns="0" rtlCol="0" anchor="ctr">
            <a:noAutofit/>
          </a:bodyPr>
          <a:lstStyle/>
          <a:p>
            <a:r>
              <a:rPr lang="nl-NL" sz="900" dirty="0">
                <a:solidFill>
                  <a:schemeClr val="bg1"/>
                </a:solidFill>
                <a:latin typeface="Segoe UI Light" panose="020B0502040204020203" pitchFamily="34" charset="0"/>
                <a:cs typeface="Segoe UI Light" panose="020B0502040204020203" pitchFamily="34" charset="0"/>
              </a:rPr>
              <a:t>Kenmerk:</a:t>
            </a:r>
          </a:p>
        </p:txBody>
      </p:sp>
      <p:sp>
        <p:nvSpPr>
          <p:cNvPr id="22" name="txtDate">
            <a:extLst>
              <a:ext uri="{FF2B5EF4-FFF2-40B4-BE49-F238E27FC236}">
                <a16:creationId xmlns:a16="http://schemas.microsoft.com/office/drawing/2014/main" id="{95AFCEBC-3721-4E41-8A43-AFE4AD61F928}"/>
              </a:ext>
            </a:extLst>
          </p:cNvPr>
          <p:cNvSpPr txBox="1"/>
          <p:nvPr userDrawn="1"/>
        </p:nvSpPr>
        <p:spPr>
          <a:xfrm>
            <a:off x="766763" y="6115917"/>
            <a:ext cx="630237" cy="180000"/>
          </a:xfrm>
          <a:prstGeom prst="rect">
            <a:avLst/>
          </a:prstGeom>
          <a:noFill/>
        </p:spPr>
        <p:txBody>
          <a:bodyPr wrap="square" lIns="0" tIns="0" rIns="0" bIns="0" rtlCol="0" anchor="ctr">
            <a:noAutofit/>
          </a:bodyPr>
          <a:lstStyle/>
          <a:p>
            <a:r>
              <a:rPr lang="nl-NL" sz="900" dirty="0">
                <a:solidFill>
                  <a:schemeClr val="bg1"/>
                </a:solidFill>
                <a:latin typeface="Segoe UI Light" panose="020B0502040204020203" pitchFamily="34" charset="0"/>
                <a:cs typeface="Segoe UI Light" panose="020B0502040204020203" pitchFamily="34" charset="0"/>
              </a:rPr>
              <a:t>Datum:</a:t>
            </a:r>
          </a:p>
        </p:txBody>
      </p:sp>
    </p:spTree>
    <p:extLst>
      <p:ext uri="{BB962C8B-B14F-4D97-AF65-F5344CB8AC3E}">
        <p14:creationId xmlns:p14="http://schemas.microsoft.com/office/powerpoint/2010/main" val="186809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ppt_x</p:attrName>
                                        </p:attrNameLst>
                                      </p:cBhvr>
                                      <p:tavLst>
                                        <p:tav tm="0">
                                          <p:val>
                                            <p:strVal val="#ppt_x"/>
                                          </p:val>
                                        </p:tav>
                                        <p:tav tm="100000">
                                          <p:val>
                                            <p:strVal val="#ppt_x"/>
                                          </p:val>
                                        </p:tav>
                                      </p:tavLst>
                                    </p:anim>
                                    <p:anim calcmode="lin" valueType="num">
                                      <p:cBhvr additive="base">
                                        <p:cTn id="8" dur="15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150"/>
                            </p:stCondLst>
                            <p:childTnLst>
                              <p:par>
                                <p:cTn id="10" presetID="2" presetClass="entr" presetSubtype="8" fill="hold" nodeType="afterEffect">
                                  <p:stCondLst>
                                    <p:cond delay="1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200" fill="hold"/>
                                        <p:tgtEl>
                                          <p:spTgt spid="7"/>
                                        </p:tgtEl>
                                        <p:attrNameLst>
                                          <p:attrName>ppt_x</p:attrName>
                                        </p:attrNameLst>
                                      </p:cBhvr>
                                      <p:tavLst>
                                        <p:tav tm="0">
                                          <p:val>
                                            <p:strVal val="0-#ppt_w/2"/>
                                          </p:val>
                                        </p:tav>
                                        <p:tav tm="100000">
                                          <p:val>
                                            <p:strVal val="#ppt_x"/>
                                          </p:val>
                                        </p:tav>
                                      </p:tavLst>
                                    </p:anim>
                                    <p:anim calcmode="lin" valueType="num">
                                      <p:cBhvr additive="base">
                                        <p:cTn id="13" dur="2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eldia diapositief">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787226-E371-4F5A-B004-BF76810B9EDF}"/>
              </a:ext>
            </a:extLst>
          </p:cNvPr>
          <p:cNvSpPr>
            <a:spLocks noGrp="1"/>
          </p:cNvSpPr>
          <p:nvPr>
            <p:ph type="ctrTitle" hasCustomPrompt="1"/>
          </p:nvPr>
        </p:nvSpPr>
        <p:spPr>
          <a:xfrm>
            <a:off x="766764" y="2171753"/>
            <a:ext cx="5721122" cy="1107996"/>
          </a:xfrm>
        </p:spPr>
        <p:txBody>
          <a:bodyPr anchor="b"/>
          <a:lstStyle>
            <a:lvl1pPr algn="l">
              <a:lnSpc>
                <a:spcPct val="100000"/>
              </a:lnSpc>
              <a:defRPr sz="3600">
                <a:solidFill>
                  <a:schemeClr val="bg1"/>
                </a:solidFill>
              </a:defRPr>
            </a:lvl1pPr>
          </a:lstStyle>
          <a:p>
            <a:r>
              <a:rPr lang="nl-NL" dirty="0"/>
              <a:t>PRESENTATIE</a:t>
            </a:r>
            <a:br>
              <a:rPr lang="nl-NL" dirty="0"/>
            </a:br>
            <a:r>
              <a:rPr lang="nl-NL" dirty="0"/>
              <a:t>TITEL</a:t>
            </a:r>
          </a:p>
        </p:txBody>
      </p:sp>
      <p:sp>
        <p:nvSpPr>
          <p:cNvPr id="3" name="Ondertitel 2">
            <a:extLst>
              <a:ext uri="{FF2B5EF4-FFF2-40B4-BE49-F238E27FC236}">
                <a16:creationId xmlns:a16="http://schemas.microsoft.com/office/drawing/2014/main" id="{14BE9627-AB19-4C59-9CFE-D94AD5E90523}"/>
              </a:ext>
            </a:extLst>
          </p:cNvPr>
          <p:cNvSpPr>
            <a:spLocks noGrp="1"/>
          </p:cNvSpPr>
          <p:nvPr>
            <p:ph type="subTitle" idx="1" hasCustomPrompt="1"/>
          </p:nvPr>
        </p:nvSpPr>
        <p:spPr>
          <a:xfrm>
            <a:off x="766763" y="3615099"/>
            <a:ext cx="3769181" cy="1946365"/>
          </a:xfrm>
        </p:spPr>
        <p:txBody>
          <a:bodyPr>
            <a:noAutofit/>
          </a:bodyPr>
          <a:lstStyle>
            <a:lvl1pPr marL="0" indent="0" algn="l">
              <a:buNone/>
              <a:defRPr sz="2000" spc="-2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subtitel onder de titel</a:t>
            </a:r>
          </a:p>
        </p:txBody>
      </p:sp>
      <p:grpSp>
        <p:nvGrpSpPr>
          <p:cNvPr id="7" name="Groep 6">
            <a:extLst>
              <a:ext uri="{FF2B5EF4-FFF2-40B4-BE49-F238E27FC236}">
                <a16:creationId xmlns:a16="http://schemas.microsoft.com/office/drawing/2014/main" id="{94936B73-96C0-490B-A963-6E418BBE2FFC}"/>
              </a:ext>
            </a:extLst>
          </p:cNvPr>
          <p:cNvGrpSpPr/>
          <p:nvPr userDrawn="1"/>
        </p:nvGrpSpPr>
        <p:grpSpPr>
          <a:xfrm>
            <a:off x="0" y="3406140"/>
            <a:ext cx="6487886" cy="55517"/>
            <a:chOff x="0" y="1471262"/>
            <a:chExt cx="6471285" cy="76200"/>
          </a:xfrm>
        </p:grpSpPr>
        <p:sp>
          <p:nvSpPr>
            <p:cNvPr id="8" name="object 2">
              <a:extLst>
                <a:ext uri="{FF2B5EF4-FFF2-40B4-BE49-F238E27FC236}">
                  <a16:creationId xmlns:a16="http://schemas.microsoft.com/office/drawing/2014/main" id="{2D23CEAD-73AF-4339-A4B0-01B150264EBF}"/>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chemeClr val="bg1"/>
              </a:solidFill>
            </a:ln>
          </p:spPr>
          <p:txBody>
            <a:bodyPr wrap="square" lIns="0" tIns="0" rIns="0" bIns="0" rtlCol="0"/>
            <a:lstStyle/>
            <a:p>
              <a:endParaRPr>
                <a:solidFill>
                  <a:schemeClr val="bg1"/>
                </a:solidFill>
              </a:endParaRPr>
            </a:p>
          </p:txBody>
        </p:sp>
        <p:sp>
          <p:nvSpPr>
            <p:cNvPr id="9" name="object 3">
              <a:extLst>
                <a:ext uri="{FF2B5EF4-FFF2-40B4-BE49-F238E27FC236}">
                  <a16:creationId xmlns:a16="http://schemas.microsoft.com/office/drawing/2014/main" id="{044F4F9C-490A-4A42-8209-627E0C3FAC40}"/>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chemeClr val="bg1"/>
              </a:solidFill>
            </a:ln>
          </p:spPr>
          <p:txBody>
            <a:bodyPr wrap="square" lIns="0" tIns="0" rIns="0" bIns="0" rtlCol="0"/>
            <a:lstStyle/>
            <a:p>
              <a:endParaRPr>
                <a:solidFill>
                  <a:schemeClr val="bg1"/>
                </a:solidFill>
              </a:endParaRPr>
            </a:p>
          </p:txBody>
        </p:sp>
      </p:grpSp>
      <p:sp>
        <p:nvSpPr>
          <p:cNvPr id="13" name="Tijdelijke aanduiding voor datum 3">
            <a:extLst>
              <a:ext uri="{FF2B5EF4-FFF2-40B4-BE49-F238E27FC236}">
                <a16:creationId xmlns:a16="http://schemas.microsoft.com/office/drawing/2014/main" id="{4EB6C507-50B6-4588-A3BE-AA10838842B0}"/>
              </a:ext>
            </a:extLst>
          </p:cNvPr>
          <p:cNvSpPr>
            <a:spLocks noGrp="1"/>
          </p:cNvSpPr>
          <p:nvPr>
            <p:ph type="dt" sz="half" idx="2"/>
          </p:nvPr>
        </p:nvSpPr>
        <p:spPr>
          <a:xfrm>
            <a:off x="9840687" y="6296477"/>
            <a:ext cx="1584549" cy="365125"/>
          </a:xfrm>
          <a:prstGeom prst="rect">
            <a:avLst/>
          </a:prstGeom>
        </p:spPr>
        <p:txBody>
          <a:bodyPr vert="horz" lIns="0" tIns="0" rIns="0" bIns="0" rtlCol="0" anchor="ctr"/>
          <a:lstStyle>
            <a:lvl1pPr algn="l">
              <a:defRPr sz="900">
                <a:solidFill>
                  <a:schemeClr val="bg1"/>
                </a:solidFill>
                <a:latin typeface="Segoe UI Light" panose="020B0502040204020203" pitchFamily="34" charset="0"/>
                <a:cs typeface="Segoe UI Light" panose="020B0502040204020203" pitchFamily="34" charset="0"/>
              </a:defRPr>
            </a:lvl1pPr>
          </a:lstStyle>
          <a:p>
            <a:r>
              <a:rPr lang="nl-NL"/>
              <a:t>d mnd jaar</a:t>
            </a:r>
            <a:endParaRPr lang="nl-NL" dirty="0"/>
          </a:p>
        </p:txBody>
      </p:sp>
      <p:sp>
        <p:nvSpPr>
          <p:cNvPr id="16" name="Tijdelijke aanduiding voor voettekst 4">
            <a:extLst>
              <a:ext uri="{FF2B5EF4-FFF2-40B4-BE49-F238E27FC236}">
                <a16:creationId xmlns:a16="http://schemas.microsoft.com/office/drawing/2014/main" id="{AFC7D016-64FA-428D-BF18-B1E4CAD27A8F}"/>
              </a:ext>
            </a:extLst>
          </p:cNvPr>
          <p:cNvSpPr>
            <a:spLocks noGrp="1"/>
          </p:cNvSpPr>
          <p:nvPr>
            <p:ph type="ftr" sz="quarter" idx="3"/>
          </p:nvPr>
        </p:nvSpPr>
        <p:spPr>
          <a:xfrm>
            <a:off x="5638800" y="6296477"/>
            <a:ext cx="4037044" cy="365125"/>
          </a:xfrm>
          <a:prstGeom prst="rect">
            <a:avLst/>
          </a:prstGeom>
        </p:spPr>
        <p:txBody>
          <a:bodyPr vert="horz" lIns="91440" tIns="45720" rIns="0" bIns="45720" rtlCol="0" anchor="ctr"/>
          <a:lstStyle>
            <a:lvl1pPr algn="r">
              <a:defRPr sz="900">
                <a:solidFill>
                  <a:schemeClr val="bg1"/>
                </a:solidFill>
                <a:latin typeface="Segoe UI Light" panose="020B0502040204020203" pitchFamily="34" charset="0"/>
                <a:cs typeface="Segoe UI Light" panose="020B0502040204020203" pitchFamily="34" charset="0"/>
              </a:defRPr>
            </a:lvl1pPr>
          </a:lstStyle>
          <a:p>
            <a:endParaRPr lang="nl-NL" dirty="0"/>
          </a:p>
        </p:txBody>
      </p:sp>
      <p:sp>
        <p:nvSpPr>
          <p:cNvPr id="17" name="Tijdelijke aanduiding voor dianummer 5">
            <a:extLst>
              <a:ext uri="{FF2B5EF4-FFF2-40B4-BE49-F238E27FC236}">
                <a16:creationId xmlns:a16="http://schemas.microsoft.com/office/drawing/2014/main" id="{6D31275B-6700-4F15-A12C-C80A875752BB}"/>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bg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
        <p:nvSpPr>
          <p:cNvPr id="18" name="Tekstvak 17">
            <a:extLst>
              <a:ext uri="{FF2B5EF4-FFF2-40B4-BE49-F238E27FC236}">
                <a16:creationId xmlns:a16="http://schemas.microsoft.com/office/drawing/2014/main" id="{77D7906B-A461-459D-A719-8BF5FF270746}"/>
              </a:ext>
            </a:extLst>
          </p:cNvPr>
          <p:cNvSpPr txBox="1"/>
          <p:nvPr userDrawn="1"/>
        </p:nvSpPr>
        <p:spPr>
          <a:xfrm>
            <a:off x="9675845" y="6296477"/>
            <a:ext cx="164842" cy="365125"/>
          </a:xfrm>
          <a:prstGeom prst="rect">
            <a:avLst/>
          </a:prstGeom>
          <a:noFill/>
        </p:spPr>
        <p:txBody>
          <a:bodyPr wrap="square" lIns="0" tIns="0" rIns="0" bIns="0" rtlCol="0" anchor="ctr">
            <a:noAutofit/>
          </a:bodyPr>
          <a:lstStyle/>
          <a:p>
            <a:pPr algn="ctr"/>
            <a:r>
              <a:rPr lang="nl-NL" sz="900" dirty="0">
                <a:solidFill>
                  <a:schemeClr val="bg1"/>
                </a:solidFill>
                <a:latin typeface="Segoe UI Light" panose="020B0502040204020203" pitchFamily="34" charset="0"/>
                <a:cs typeface="Segoe UI Light" panose="020B0502040204020203" pitchFamily="34" charset="0"/>
              </a:rPr>
              <a:t>-</a:t>
            </a:r>
          </a:p>
        </p:txBody>
      </p:sp>
      <p:pic>
        <p:nvPicPr>
          <p:cNvPr id="21" name="Graphic 20">
            <a:extLst>
              <a:ext uri="{FF2B5EF4-FFF2-40B4-BE49-F238E27FC236}">
                <a16:creationId xmlns:a16="http://schemas.microsoft.com/office/drawing/2014/main" id="{415BD839-5004-4068-B6C5-5716AF8D32B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87600" y="6328800"/>
            <a:ext cx="319425" cy="319425"/>
          </a:xfrm>
          <a:prstGeom prst="rect">
            <a:avLst/>
          </a:prstGeom>
        </p:spPr>
      </p:pic>
    </p:spTree>
    <p:extLst>
      <p:ext uri="{BB962C8B-B14F-4D97-AF65-F5344CB8AC3E}">
        <p14:creationId xmlns:p14="http://schemas.microsoft.com/office/powerpoint/2010/main" val="212691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ppt_x</p:attrName>
                                        </p:attrNameLst>
                                      </p:cBhvr>
                                      <p:tavLst>
                                        <p:tav tm="0">
                                          <p:val>
                                            <p:strVal val="#ppt_x"/>
                                          </p:val>
                                        </p:tav>
                                        <p:tav tm="100000">
                                          <p:val>
                                            <p:strVal val="#ppt_x"/>
                                          </p:val>
                                        </p:tav>
                                      </p:tavLst>
                                    </p:anim>
                                    <p:anim calcmode="lin" valueType="num">
                                      <p:cBhvr additive="base">
                                        <p:cTn id="8" dur="15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150"/>
                            </p:stCondLst>
                            <p:childTnLst>
                              <p:par>
                                <p:cTn id="10" presetID="2" presetClass="entr" presetSubtype="8"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200" fill="hold"/>
                                        <p:tgtEl>
                                          <p:spTgt spid="7"/>
                                        </p:tgtEl>
                                        <p:attrNameLst>
                                          <p:attrName>ppt_x</p:attrName>
                                        </p:attrNameLst>
                                      </p:cBhvr>
                                      <p:tavLst>
                                        <p:tav tm="0">
                                          <p:val>
                                            <p:strVal val="0-#ppt_w/2"/>
                                          </p:val>
                                        </p:tav>
                                        <p:tav tm="100000">
                                          <p:val>
                                            <p:strVal val="#ppt_x"/>
                                          </p:val>
                                        </p:tav>
                                      </p:tavLst>
                                    </p:anim>
                                    <p:anim calcmode="lin" valueType="num">
                                      <p:cBhvr additive="base">
                                        <p:cTn id="13" dur="2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Dia met kleine teks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D1355-C620-496B-B7C0-FF8385D053DB}"/>
              </a:ext>
            </a:extLst>
          </p:cNvPr>
          <p:cNvSpPr>
            <a:spLocks noGrp="1"/>
          </p:cNvSpPr>
          <p:nvPr>
            <p:ph type="title" hasCustomPrompt="1"/>
          </p:nvPr>
        </p:nvSpPr>
        <p:spPr/>
        <p:txBody>
          <a:bodyPr/>
          <a:lstStyle>
            <a:lvl1pPr>
              <a:defRPr/>
            </a:lvl1pPr>
          </a:lstStyle>
          <a:p>
            <a:r>
              <a:rPr lang="nl-NL" dirty="0"/>
              <a:t>TITEL</a:t>
            </a:r>
          </a:p>
        </p:txBody>
      </p:sp>
      <p:sp>
        <p:nvSpPr>
          <p:cNvPr id="3" name="Tijdelijke aanduiding voor inhoud 2">
            <a:extLst>
              <a:ext uri="{FF2B5EF4-FFF2-40B4-BE49-F238E27FC236}">
                <a16:creationId xmlns:a16="http://schemas.microsoft.com/office/drawing/2014/main" id="{7E665817-04BA-4683-98ED-D301CFA00132}"/>
              </a:ext>
            </a:extLst>
          </p:cNvPr>
          <p:cNvSpPr>
            <a:spLocks noGrp="1"/>
          </p:cNvSpPr>
          <p:nvPr>
            <p:ph idx="1"/>
          </p:nvPr>
        </p:nvSpPr>
        <p:spPr/>
        <p:txBody>
          <a:bodyPr>
            <a:noAutofit/>
          </a:bodyPr>
          <a:lstStyle>
            <a:lvl1pPr>
              <a:defRPr sz="1100"/>
            </a:lvl1pPr>
            <a:lvl2pPr>
              <a:defRPr sz="1050"/>
            </a:lvl2pPr>
            <a:lvl3pPr>
              <a:defRPr sz="10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p:txBody>
          <a:bodyPr/>
          <a:lstStyle/>
          <a:p>
            <a:endParaRPr lang="nl-NL"/>
          </a:p>
        </p:txBody>
      </p:sp>
      <p:grpSp>
        <p:nvGrpSpPr>
          <p:cNvPr id="7" name="Groep 6">
            <a:extLst>
              <a:ext uri="{FF2B5EF4-FFF2-40B4-BE49-F238E27FC236}">
                <a16:creationId xmlns:a16="http://schemas.microsoft.com/office/drawing/2014/main" id="{78027DF0-9415-4170-8ADB-B1BAB8B8A99B}"/>
              </a:ext>
            </a:extLst>
          </p:cNvPr>
          <p:cNvGrpSpPr/>
          <p:nvPr userDrawn="1"/>
        </p:nvGrpSpPr>
        <p:grpSpPr>
          <a:xfrm>
            <a:off x="1" y="1471262"/>
            <a:ext cx="8690428" cy="45719"/>
            <a:chOff x="0" y="1471262"/>
            <a:chExt cx="6471285" cy="76200"/>
          </a:xfrm>
        </p:grpSpPr>
        <p:sp>
          <p:nvSpPr>
            <p:cNvPr id="8" name="object 2">
              <a:extLst>
                <a:ext uri="{FF2B5EF4-FFF2-40B4-BE49-F238E27FC236}">
                  <a16:creationId xmlns:a16="http://schemas.microsoft.com/office/drawing/2014/main" id="{3EB99FB1-FFA5-44A1-9E60-7ABA246665A8}"/>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sp>
          <p:nvSpPr>
            <p:cNvPr id="9" name="object 3">
              <a:extLst>
                <a:ext uri="{FF2B5EF4-FFF2-40B4-BE49-F238E27FC236}">
                  <a16:creationId xmlns:a16="http://schemas.microsoft.com/office/drawing/2014/main" id="{27207179-8DD0-48DD-9E9B-3203C8C3DF91}"/>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grpSp>
      <p:sp>
        <p:nvSpPr>
          <p:cNvPr id="10" name="Tijdelijke aanduiding voor dianummer 5">
            <a:extLst>
              <a:ext uri="{FF2B5EF4-FFF2-40B4-BE49-F238E27FC236}">
                <a16:creationId xmlns:a16="http://schemas.microsoft.com/office/drawing/2014/main" id="{945767F2-A36A-42F5-8A29-758D3FDED5C6}"/>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60653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
                                        <p:tgtEl>
                                          <p:spTgt spid="2"/>
                                        </p:tgtEl>
                                      </p:cBhvr>
                                    </p:animEffect>
                                    <p:anim calcmode="lin" valueType="num">
                                      <p:cBhvr>
                                        <p:cTn id="8" dur="150" fill="hold"/>
                                        <p:tgtEl>
                                          <p:spTgt spid="2"/>
                                        </p:tgtEl>
                                        <p:attrNameLst>
                                          <p:attrName>ppt_x</p:attrName>
                                        </p:attrNameLst>
                                      </p:cBhvr>
                                      <p:tavLst>
                                        <p:tav tm="0">
                                          <p:val>
                                            <p:strVal val="#ppt_x"/>
                                          </p:val>
                                        </p:tav>
                                        <p:tav tm="100000">
                                          <p:val>
                                            <p:strVal val="#ppt_x"/>
                                          </p:val>
                                        </p:tav>
                                      </p:tavLst>
                                    </p:anim>
                                    <p:anim calcmode="lin" valueType="num">
                                      <p:cBhvr>
                                        <p:cTn id="9" dur="1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50"/>
                            </p:stCondLst>
                            <p:childTnLst>
                              <p:par>
                                <p:cTn id="11" presetID="2" presetClass="entr" presetSubtype="8" fill="hold" nodeType="afterEffect">
                                  <p:stCondLst>
                                    <p:cond delay="1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200" fill="hold"/>
                                        <p:tgtEl>
                                          <p:spTgt spid="7"/>
                                        </p:tgtEl>
                                        <p:attrNameLst>
                                          <p:attrName>ppt_x</p:attrName>
                                        </p:attrNameLst>
                                      </p:cBhvr>
                                      <p:tavLst>
                                        <p:tav tm="0">
                                          <p:val>
                                            <p:strVal val="0-#ppt_w/2"/>
                                          </p:val>
                                        </p:tav>
                                        <p:tav tm="100000">
                                          <p:val>
                                            <p:strVal val="#ppt_x"/>
                                          </p:val>
                                        </p:tav>
                                      </p:tavLst>
                                    </p:anim>
                                    <p:anim calcmode="lin" valueType="num">
                                      <p:cBhvr additive="base">
                                        <p:cTn id="14" dur="200" fill="hold"/>
                                        <p:tgtEl>
                                          <p:spTgt spid="7"/>
                                        </p:tgtEl>
                                        <p:attrNameLst>
                                          <p:attrName>ppt_y</p:attrName>
                                        </p:attrNameLst>
                                      </p:cBhvr>
                                      <p:tavLst>
                                        <p:tav tm="0">
                                          <p:val>
                                            <p:strVal val="#ppt_y"/>
                                          </p:val>
                                        </p:tav>
                                        <p:tav tm="100000">
                                          <p:val>
                                            <p:strVal val="#ppt_y"/>
                                          </p:val>
                                        </p:tav>
                                      </p:tavLst>
                                    </p:anim>
                                  </p:childTnLst>
                                </p:cTn>
                              </p:par>
                            </p:childTnLst>
                          </p:cTn>
                        </p:par>
                        <p:par>
                          <p:cTn id="15" fill="hold">
                            <p:stCondLst>
                              <p:cond delay="450"/>
                            </p:stCondLst>
                            <p:childTnLst>
                              <p:par>
                                <p:cTn id="16" presetID="10" presetClass="entr" presetSubtype="0" fill="hold" grpId="0" nodeType="afterEffect">
                                  <p:stCondLst>
                                    <p:cond delay="10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
                                        <p:tgtEl>
                                          <p:spTgt spid="3">
                                            <p:txEl>
                                              <p:pRg st="0" end="0"/>
                                            </p:txEl>
                                          </p:spTgt>
                                        </p:tgtEl>
                                      </p:cBhvr>
                                    </p:animEffect>
                                  </p:childTnLst>
                                </p:cTn>
                              </p:par>
                            </p:childTnLst>
                          </p:cTn>
                        </p:par>
                        <p:par>
                          <p:cTn id="19" fill="hold">
                            <p:stCondLst>
                              <p:cond delay="650"/>
                            </p:stCondLst>
                            <p:childTnLst>
                              <p:par>
                                <p:cTn id="20" presetID="10" presetClass="entr" presetSubtype="0" fill="hold" grpId="0" nodeType="afterEffect">
                                  <p:stCondLst>
                                    <p:cond delay="10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
                                        <p:tgtEl>
                                          <p:spTgt spid="3">
                                            <p:txEl>
                                              <p:pRg st="1" end="1"/>
                                            </p:txEl>
                                          </p:spTgt>
                                        </p:tgtEl>
                                      </p:cBhvr>
                                    </p:animEffect>
                                  </p:childTnLst>
                                </p:cTn>
                              </p:par>
                            </p:childTnLst>
                          </p:cTn>
                        </p:par>
                        <p:par>
                          <p:cTn id="23" fill="hold">
                            <p:stCondLst>
                              <p:cond delay="850"/>
                            </p:stCondLst>
                            <p:childTnLst>
                              <p:par>
                                <p:cTn id="24" presetID="10" presetClass="entr" presetSubtype="0" fill="hold" grpId="0" nodeType="afterEffect">
                                  <p:stCondLst>
                                    <p:cond delay="10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
                                        <p:tgtEl>
                                          <p:spTgt spid="3">
                                            <p:txEl>
                                              <p:pRg st="2" end="2"/>
                                            </p:txEl>
                                          </p:spTgt>
                                        </p:tgtEl>
                                      </p:cBhvr>
                                    </p:animEffect>
                                  </p:childTnLst>
                                </p:cTn>
                              </p:par>
                            </p:childTnLst>
                          </p:cTn>
                        </p:par>
                        <p:par>
                          <p:cTn id="27" fill="hold">
                            <p:stCondLst>
                              <p:cond delay="1050"/>
                            </p:stCondLst>
                            <p:childTnLst>
                              <p:par>
                                <p:cTn id="28" presetID="10" presetClass="entr" presetSubtype="0" fill="hold" grpId="0" nodeType="afterEffect">
                                  <p:stCondLst>
                                    <p:cond delay="10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100"/>
                                        <p:tgtEl>
                                          <p:spTgt spid="3">
                                            <p:txEl>
                                              <p:pRg st="3" end="3"/>
                                            </p:txEl>
                                          </p:spTgt>
                                        </p:tgtEl>
                                      </p:cBhvr>
                                    </p:animEffect>
                                  </p:childTnLst>
                                </p:cTn>
                              </p:par>
                            </p:childTnLst>
                          </p:cTn>
                        </p:par>
                        <p:par>
                          <p:cTn id="31" fill="hold">
                            <p:stCondLst>
                              <p:cond delay="1250"/>
                            </p:stCondLst>
                            <p:childTnLst>
                              <p:par>
                                <p:cTn id="32" presetID="10" presetClass="entr" presetSubtype="0" fill="hold" grpId="0" nodeType="afterEffect">
                                  <p:stCondLst>
                                    <p:cond delay="10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2">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3">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4">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5">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en object met Kop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D1355-C620-496B-B7C0-FF8385D053DB}"/>
              </a:ext>
            </a:extLst>
          </p:cNvPr>
          <p:cNvSpPr>
            <a:spLocks noGrp="1"/>
          </p:cNvSpPr>
          <p:nvPr>
            <p:ph type="title" hasCustomPrompt="1"/>
          </p:nvPr>
        </p:nvSpPr>
        <p:spPr/>
        <p:txBody>
          <a:bodyPr/>
          <a:lstStyle>
            <a:lvl1pPr>
              <a:defRPr baseline="0"/>
            </a:lvl1pPr>
          </a:lstStyle>
          <a:p>
            <a:r>
              <a:rPr lang="nl-NL" dirty="0"/>
              <a:t>TITEL PAGINA</a:t>
            </a:r>
          </a:p>
        </p:txBody>
      </p:sp>
      <p:sp>
        <p:nvSpPr>
          <p:cNvPr id="3" name="Tijdelijke aanduiding voor inhoud 2">
            <a:extLst>
              <a:ext uri="{FF2B5EF4-FFF2-40B4-BE49-F238E27FC236}">
                <a16:creationId xmlns:a16="http://schemas.microsoft.com/office/drawing/2014/main" id="{7E665817-04BA-4683-98ED-D301CFA00132}"/>
              </a:ext>
            </a:extLst>
          </p:cNvPr>
          <p:cNvSpPr>
            <a:spLocks noGrp="1"/>
          </p:cNvSpPr>
          <p:nvPr>
            <p:ph idx="1"/>
          </p:nvPr>
        </p:nvSpPr>
        <p:spPr/>
        <p:txBody>
          <a:bodyPr/>
          <a:lstStyle>
            <a:lvl1pPr>
              <a:defRPr b="1"/>
            </a:lvl1pPr>
            <a:lvl2pPr marL="179388" indent="-179388">
              <a:buFont typeface="Segoe UI" panose="020B0502040204020203" pitchFamily="34" charset="0"/>
              <a:buChar char="‐"/>
              <a:defRPr/>
            </a:lvl2pPr>
            <a:lvl3pPr marL="358775" indent="-179388">
              <a:buFont typeface="Arial" panose="020B0604020202020204" pitchFamily="34" charset="0"/>
              <a:buChar char="•"/>
              <a:tabLst>
                <a:tab pos="358775" algn="l"/>
              </a:tabLst>
              <a:defRPr/>
            </a:lvl3pPr>
            <a:lvl4pPr marL="625475" indent="-266700">
              <a:defRPr/>
            </a:lvl4pPr>
            <a:lvl5pPr marL="1828800" indent="-1470025">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p:txBody>
          <a:bodyPr/>
          <a:lstStyle/>
          <a:p>
            <a:endParaRPr lang="nl-NL"/>
          </a:p>
        </p:txBody>
      </p:sp>
      <p:grpSp>
        <p:nvGrpSpPr>
          <p:cNvPr id="7" name="Groep 6">
            <a:extLst>
              <a:ext uri="{FF2B5EF4-FFF2-40B4-BE49-F238E27FC236}">
                <a16:creationId xmlns:a16="http://schemas.microsoft.com/office/drawing/2014/main" id="{78027DF0-9415-4170-8ADB-B1BAB8B8A99B}"/>
              </a:ext>
            </a:extLst>
          </p:cNvPr>
          <p:cNvGrpSpPr/>
          <p:nvPr userDrawn="1"/>
        </p:nvGrpSpPr>
        <p:grpSpPr>
          <a:xfrm>
            <a:off x="1" y="1471262"/>
            <a:ext cx="8690428" cy="45719"/>
            <a:chOff x="0" y="1471262"/>
            <a:chExt cx="6471285" cy="76200"/>
          </a:xfrm>
        </p:grpSpPr>
        <p:sp>
          <p:nvSpPr>
            <p:cNvPr id="8" name="object 2">
              <a:extLst>
                <a:ext uri="{FF2B5EF4-FFF2-40B4-BE49-F238E27FC236}">
                  <a16:creationId xmlns:a16="http://schemas.microsoft.com/office/drawing/2014/main" id="{3EB99FB1-FFA5-44A1-9E60-7ABA246665A8}"/>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sp>
          <p:nvSpPr>
            <p:cNvPr id="9" name="object 3">
              <a:extLst>
                <a:ext uri="{FF2B5EF4-FFF2-40B4-BE49-F238E27FC236}">
                  <a16:creationId xmlns:a16="http://schemas.microsoft.com/office/drawing/2014/main" id="{27207179-8DD0-48DD-9E9B-3203C8C3DF91}"/>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grpSp>
      <p:sp>
        <p:nvSpPr>
          <p:cNvPr id="10" name="Tijdelijke aanduiding voor dianummer 5">
            <a:extLst>
              <a:ext uri="{FF2B5EF4-FFF2-40B4-BE49-F238E27FC236}">
                <a16:creationId xmlns:a16="http://schemas.microsoft.com/office/drawing/2014/main" id="{5F042F2E-F58C-407D-8A02-05DC75E3DE3D}"/>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2234108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
                                        <p:tgtEl>
                                          <p:spTgt spid="2"/>
                                        </p:tgtEl>
                                      </p:cBhvr>
                                    </p:animEffect>
                                    <p:anim calcmode="lin" valueType="num">
                                      <p:cBhvr>
                                        <p:cTn id="8" dur="150" fill="hold"/>
                                        <p:tgtEl>
                                          <p:spTgt spid="2"/>
                                        </p:tgtEl>
                                        <p:attrNameLst>
                                          <p:attrName>ppt_x</p:attrName>
                                        </p:attrNameLst>
                                      </p:cBhvr>
                                      <p:tavLst>
                                        <p:tav tm="0">
                                          <p:val>
                                            <p:strVal val="#ppt_x"/>
                                          </p:val>
                                        </p:tav>
                                        <p:tav tm="100000">
                                          <p:val>
                                            <p:strVal val="#ppt_x"/>
                                          </p:val>
                                        </p:tav>
                                      </p:tavLst>
                                    </p:anim>
                                    <p:anim calcmode="lin" valueType="num">
                                      <p:cBhvr>
                                        <p:cTn id="9" dur="1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50"/>
                            </p:stCondLst>
                            <p:childTnLst>
                              <p:par>
                                <p:cTn id="11" presetID="2" presetClass="entr" presetSubtype="8" fill="hold" nodeType="afterEffect">
                                  <p:stCondLst>
                                    <p:cond delay="1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200" fill="hold"/>
                                        <p:tgtEl>
                                          <p:spTgt spid="7"/>
                                        </p:tgtEl>
                                        <p:attrNameLst>
                                          <p:attrName>ppt_x</p:attrName>
                                        </p:attrNameLst>
                                      </p:cBhvr>
                                      <p:tavLst>
                                        <p:tav tm="0">
                                          <p:val>
                                            <p:strVal val="0-#ppt_w/2"/>
                                          </p:val>
                                        </p:tav>
                                        <p:tav tm="100000">
                                          <p:val>
                                            <p:strVal val="#ppt_x"/>
                                          </p:val>
                                        </p:tav>
                                      </p:tavLst>
                                    </p:anim>
                                    <p:anim calcmode="lin" valueType="num">
                                      <p:cBhvr additive="base">
                                        <p:cTn id="14" dur="200" fill="hold"/>
                                        <p:tgtEl>
                                          <p:spTgt spid="7"/>
                                        </p:tgtEl>
                                        <p:attrNameLst>
                                          <p:attrName>ppt_y</p:attrName>
                                        </p:attrNameLst>
                                      </p:cBhvr>
                                      <p:tavLst>
                                        <p:tav tm="0">
                                          <p:val>
                                            <p:strVal val="#ppt_y"/>
                                          </p:val>
                                        </p:tav>
                                        <p:tav tm="100000">
                                          <p:val>
                                            <p:strVal val="#ppt_y"/>
                                          </p:val>
                                        </p:tav>
                                      </p:tavLst>
                                    </p:anim>
                                  </p:childTnLst>
                                </p:cTn>
                              </p:par>
                            </p:childTnLst>
                          </p:cTn>
                        </p:par>
                        <p:par>
                          <p:cTn id="15" fill="hold">
                            <p:stCondLst>
                              <p:cond delay="450"/>
                            </p:stCondLst>
                            <p:childTnLst>
                              <p:par>
                                <p:cTn id="16" presetID="10" presetClass="entr" presetSubtype="0" fill="hold" grpId="0" nodeType="afterEffect">
                                  <p:stCondLst>
                                    <p:cond delay="10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
                                        <p:tgtEl>
                                          <p:spTgt spid="3">
                                            <p:txEl>
                                              <p:pRg st="0" end="0"/>
                                            </p:txEl>
                                          </p:spTgt>
                                        </p:tgtEl>
                                      </p:cBhvr>
                                    </p:animEffect>
                                  </p:childTnLst>
                                </p:cTn>
                              </p:par>
                            </p:childTnLst>
                          </p:cTn>
                        </p:par>
                        <p:par>
                          <p:cTn id="19" fill="hold">
                            <p:stCondLst>
                              <p:cond delay="650"/>
                            </p:stCondLst>
                            <p:childTnLst>
                              <p:par>
                                <p:cTn id="20" presetID="10" presetClass="entr" presetSubtype="0" fill="hold" grpId="0" nodeType="afterEffect">
                                  <p:stCondLst>
                                    <p:cond delay="10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
                                        <p:tgtEl>
                                          <p:spTgt spid="3">
                                            <p:txEl>
                                              <p:pRg st="1" end="1"/>
                                            </p:txEl>
                                          </p:spTgt>
                                        </p:tgtEl>
                                      </p:cBhvr>
                                    </p:animEffect>
                                  </p:childTnLst>
                                </p:cTn>
                              </p:par>
                            </p:childTnLst>
                          </p:cTn>
                        </p:par>
                        <p:par>
                          <p:cTn id="23" fill="hold">
                            <p:stCondLst>
                              <p:cond delay="850"/>
                            </p:stCondLst>
                            <p:childTnLst>
                              <p:par>
                                <p:cTn id="24" presetID="10" presetClass="entr" presetSubtype="0" fill="hold" grpId="0" nodeType="afterEffect">
                                  <p:stCondLst>
                                    <p:cond delay="10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
                                        <p:tgtEl>
                                          <p:spTgt spid="3">
                                            <p:txEl>
                                              <p:pRg st="2" end="2"/>
                                            </p:txEl>
                                          </p:spTgt>
                                        </p:tgtEl>
                                      </p:cBhvr>
                                    </p:animEffect>
                                  </p:childTnLst>
                                </p:cTn>
                              </p:par>
                            </p:childTnLst>
                          </p:cTn>
                        </p:par>
                        <p:par>
                          <p:cTn id="27" fill="hold">
                            <p:stCondLst>
                              <p:cond delay="1050"/>
                            </p:stCondLst>
                            <p:childTnLst>
                              <p:par>
                                <p:cTn id="28" presetID="10" presetClass="entr" presetSubtype="0" fill="hold" grpId="0" nodeType="afterEffect">
                                  <p:stCondLst>
                                    <p:cond delay="10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100"/>
                                        <p:tgtEl>
                                          <p:spTgt spid="3">
                                            <p:txEl>
                                              <p:pRg st="3" end="3"/>
                                            </p:txEl>
                                          </p:spTgt>
                                        </p:tgtEl>
                                      </p:cBhvr>
                                    </p:animEffect>
                                  </p:childTnLst>
                                </p:cTn>
                              </p:par>
                            </p:childTnLst>
                          </p:cTn>
                        </p:par>
                        <p:par>
                          <p:cTn id="31" fill="hold">
                            <p:stCondLst>
                              <p:cond delay="1250"/>
                            </p:stCondLst>
                            <p:childTnLst>
                              <p:par>
                                <p:cTn id="32" presetID="10" presetClass="entr" presetSubtype="0" fill="hold" grpId="0" nodeType="afterEffect">
                                  <p:stCondLst>
                                    <p:cond delay="10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2">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3">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4">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5">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ee kolomm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D1355-C620-496B-B7C0-FF8385D053DB}"/>
              </a:ext>
            </a:extLst>
          </p:cNvPr>
          <p:cNvSpPr>
            <a:spLocks noGrp="1"/>
          </p:cNvSpPr>
          <p:nvPr>
            <p:ph type="title" hasCustomPrompt="1"/>
          </p:nvPr>
        </p:nvSpPr>
        <p:spPr/>
        <p:txBody>
          <a:bodyPr/>
          <a:lstStyle>
            <a:lvl1pPr>
              <a:defRPr baseline="0"/>
            </a:lvl1pPr>
          </a:lstStyle>
          <a:p>
            <a:r>
              <a:rPr lang="nl-NL" dirty="0"/>
              <a:t>TITEL PAGINA</a:t>
            </a:r>
          </a:p>
        </p:txBody>
      </p:sp>
      <p:sp>
        <p:nvSpPr>
          <p:cNvPr id="3" name="Tijdelijke aanduiding voor inhoud 2">
            <a:extLst>
              <a:ext uri="{FF2B5EF4-FFF2-40B4-BE49-F238E27FC236}">
                <a16:creationId xmlns:a16="http://schemas.microsoft.com/office/drawing/2014/main" id="{7E665817-04BA-4683-98ED-D301CFA00132}"/>
              </a:ext>
            </a:extLst>
          </p:cNvPr>
          <p:cNvSpPr>
            <a:spLocks noGrp="1"/>
          </p:cNvSpPr>
          <p:nvPr>
            <p:ph idx="1"/>
          </p:nvPr>
        </p:nvSpPr>
        <p:spPr>
          <a:xfrm>
            <a:off x="766763" y="1808163"/>
            <a:ext cx="5169803" cy="4105275"/>
          </a:xfrm>
        </p:spPr>
        <p:txBody>
          <a:bodyPr/>
          <a:lstStyle>
            <a:lvl1pPr>
              <a:defRPr b="1"/>
            </a:lvl1pPr>
            <a:lvl2pPr marL="179388" indent="-179388">
              <a:buFont typeface="Segoe UI" panose="020B0502040204020203" pitchFamily="34" charset="0"/>
              <a:buChar char="‐"/>
              <a:defRPr/>
            </a:lvl2pPr>
            <a:lvl3pPr marL="358775" indent="-179388">
              <a:buFont typeface="Arial" panose="020B0604020202020204" pitchFamily="34" charset="0"/>
              <a:buChar char="•"/>
              <a:tabLst>
                <a:tab pos="358775" algn="l"/>
              </a:tabLst>
              <a:defRPr/>
            </a:lvl3pPr>
            <a:lvl4pPr marL="625475" indent="-266700">
              <a:defRPr/>
            </a:lvl4pPr>
            <a:lvl5pPr marL="1828800" indent="-1470025">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p:txBody>
          <a:bodyPr/>
          <a:lstStyle/>
          <a:p>
            <a:endParaRPr lang="nl-NL"/>
          </a:p>
        </p:txBody>
      </p:sp>
      <p:grpSp>
        <p:nvGrpSpPr>
          <p:cNvPr id="7" name="Groep 6">
            <a:extLst>
              <a:ext uri="{FF2B5EF4-FFF2-40B4-BE49-F238E27FC236}">
                <a16:creationId xmlns:a16="http://schemas.microsoft.com/office/drawing/2014/main" id="{78027DF0-9415-4170-8ADB-B1BAB8B8A99B}"/>
              </a:ext>
            </a:extLst>
          </p:cNvPr>
          <p:cNvGrpSpPr/>
          <p:nvPr userDrawn="1"/>
        </p:nvGrpSpPr>
        <p:grpSpPr>
          <a:xfrm>
            <a:off x="1" y="1471262"/>
            <a:ext cx="8690428" cy="45719"/>
            <a:chOff x="0" y="1471262"/>
            <a:chExt cx="6471285" cy="76200"/>
          </a:xfrm>
        </p:grpSpPr>
        <p:sp>
          <p:nvSpPr>
            <p:cNvPr id="8" name="object 2">
              <a:extLst>
                <a:ext uri="{FF2B5EF4-FFF2-40B4-BE49-F238E27FC236}">
                  <a16:creationId xmlns:a16="http://schemas.microsoft.com/office/drawing/2014/main" id="{3EB99FB1-FFA5-44A1-9E60-7ABA246665A8}"/>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sp>
          <p:nvSpPr>
            <p:cNvPr id="9" name="object 3">
              <a:extLst>
                <a:ext uri="{FF2B5EF4-FFF2-40B4-BE49-F238E27FC236}">
                  <a16:creationId xmlns:a16="http://schemas.microsoft.com/office/drawing/2014/main" id="{27207179-8DD0-48DD-9E9B-3203C8C3DF91}"/>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grpSp>
      <p:sp>
        <p:nvSpPr>
          <p:cNvPr id="10" name="Tijdelijke aanduiding voor dianummer 5">
            <a:extLst>
              <a:ext uri="{FF2B5EF4-FFF2-40B4-BE49-F238E27FC236}">
                <a16:creationId xmlns:a16="http://schemas.microsoft.com/office/drawing/2014/main" id="{5F042F2E-F58C-407D-8A02-05DC75E3DE3D}"/>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
        <p:nvSpPr>
          <p:cNvPr id="11" name="Tijdelijke aanduiding voor inhoud 2">
            <a:extLst>
              <a:ext uri="{FF2B5EF4-FFF2-40B4-BE49-F238E27FC236}">
                <a16:creationId xmlns:a16="http://schemas.microsoft.com/office/drawing/2014/main" id="{6F597F00-1359-4A03-A41D-960A85607057}"/>
              </a:ext>
            </a:extLst>
          </p:cNvPr>
          <p:cNvSpPr>
            <a:spLocks noGrp="1"/>
          </p:cNvSpPr>
          <p:nvPr>
            <p:ph idx="12"/>
          </p:nvPr>
        </p:nvSpPr>
        <p:spPr>
          <a:xfrm>
            <a:off x="6255435" y="1808163"/>
            <a:ext cx="5169803" cy="4105275"/>
          </a:xfrm>
        </p:spPr>
        <p:txBody>
          <a:bodyPr/>
          <a:lstStyle>
            <a:lvl1pPr>
              <a:defRPr b="1"/>
            </a:lvl1pPr>
            <a:lvl2pPr marL="179388" indent="-179388">
              <a:buFont typeface="Segoe UI" panose="020B0502040204020203" pitchFamily="34" charset="0"/>
              <a:buChar char="‐"/>
              <a:defRPr/>
            </a:lvl2pPr>
            <a:lvl3pPr marL="358775" indent="-179388">
              <a:buFont typeface="Arial" panose="020B0604020202020204" pitchFamily="34" charset="0"/>
              <a:buChar char="•"/>
              <a:tabLst>
                <a:tab pos="358775" algn="l"/>
              </a:tabLst>
              <a:defRPr/>
            </a:lvl3pPr>
            <a:lvl4pPr marL="625475" indent="-266700">
              <a:defRPr/>
            </a:lvl4pPr>
            <a:lvl5pPr marL="1828800" indent="-1470025">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Tree>
    <p:extLst>
      <p:ext uri="{BB962C8B-B14F-4D97-AF65-F5344CB8AC3E}">
        <p14:creationId xmlns:p14="http://schemas.microsoft.com/office/powerpoint/2010/main" val="1126515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
                                        <p:tgtEl>
                                          <p:spTgt spid="2"/>
                                        </p:tgtEl>
                                      </p:cBhvr>
                                    </p:animEffect>
                                    <p:anim calcmode="lin" valueType="num">
                                      <p:cBhvr>
                                        <p:cTn id="8" dur="150" fill="hold"/>
                                        <p:tgtEl>
                                          <p:spTgt spid="2"/>
                                        </p:tgtEl>
                                        <p:attrNameLst>
                                          <p:attrName>ppt_x</p:attrName>
                                        </p:attrNameLst>
                                      </p:cBhvr>
                                      <p:tavLst>
                                        <p:tav tm="0">
                                          <p:val>
                                            <p:strVal val="#ppt_x"/>
                                          </p:val>
                                        </p:tav>
                                        <p:tav tm="100000">
                                          <p:val>
                                            <p:strVal val="#ppt_x"/>
                                          </p:val>
                                        </p:tav>
                                      </p:tavLst>
                                    </p:anim>
                                    <p:anim calcmode="lin" valueType="num">
                                      <p:cBhvr>
                                        <p:cTn id="9" dur="1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50"/>
                            </p:stCondLst>
                            <p:childTnLst>
                              <p:par>
                                <p:cTn id="11" presetID="2" presetClass="entr" presetSubtype="8" fill="hold" nodeType="afterEffect">
                                  <p:stCondLst>
                                    <p:cond delay="1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200" fill="hold"/>
                                        <p:tgtEl>
                                          <p:spTgt spid="7"/>
                                        </p:tgtEl>
                                        <p:attrNameLst>
                                          <p:attrName>ppt_x</p:attrName>
                                        </p:attrNameLst>
                                      </p:cBhvr>
                                      <p:tavLst>
                                        <p:tav tm="0">
                                          <p:val>
                                            <p:strVal val="0-#ppt_w/2"/>
                                          </p:val>
                                        </p:tav>
                                        <p:tav tm="100000">
                                          <p:val>
                                            <p:strVal val="#ppt_x"/>
                                          </p:val>
                                        </p:tav>
                                      </p:tavLst>
                                    </p:anim>
                                    <p:anim calcmode="lin" valueType="num">
                                      <p:cBhvr additive="base">
                                        <p:cTn id="14" dur="200" fill="hold"/>
                                        <p:tgtEl>
                                          <p:spTgt spid="7"/>
                                        </p:tgtEl>
                                        <p:attrNameLst>
                                          <p:attrName>ppt_y</p:attrName>
                                        </p:attrNameLst>
                                      </p:cBhvr>
                                      <p:tavLst>
                                        <p:tav tm="0">
                                          <p:val>
                                            <p:strVal val="#ppt_y"/>
                                          </p:val>
                                        </p:tav>
                                        <p:tav tm="100000">
                                          <p:val>
                                            <p:strVal val="#ppt_y"/>
                                          </p:val>
                                        </p:tav>
                                      </p:tavLst>
                                    </p:anim>
                                  </p:childTnLst>
                                </p:cTn>
                              </p:par>
                            </p:childTnLst>
                          </p:cTn>
                        </p:par>
                        <p:par>
                          <p:cTn id="15" fill="hold">
                            <p:stCondLst>
                              <p:cond delay="450"/>
                            </p:stCondLst>
                            <p:childTnLst>
                              <p:par>
                                <p:cTn id="16" presetID="10" presetClass="entr" presetSubtype="0" fill="hold" grpId="0" nodeType="afterEffect">
                                  <p:stCondLst>
                                    <p:cond delay="10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
                                        <p:tgtEl>
                                          <p:spTgt spid="3">
                                            <p:txEl>
                                              <p:pRg st="0" end="0"/>
                                            </p:txEl>
                                          </p:spTgt>
                                        </p:tgtEl>
                                      </p:cBhvr>
                                    </p:animEffect>
                                  </p:childTnLst>
                                </p:cTn>
                              </p:par>
                            </p:childTnLst>
                          </p:cTn>
                        </p:par>
                        <p:par>
                          <p:cTn id="19" fill="hold">
                            <p:stCondLst>
                              <p:cond delay="650"/>
                            </p:stCondLst>
                            <p:childTnLst>
                              <p:par>
                                <p:cTn id="20" presetID="10" presetClass="entr" presetSubtype="0" fill="hold" grpId="0" nodeType="afterEffect">
                                  <p:stCondLst>
                                    <p:cond delay="10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
                                        <p:tgtEl>
                                          <p:spTgt spid="3">
                                            <p:txEl>
                                              <p:pRg st="1" end="1"/>
                                            </p:txEl>
                                          </p:spTgt>
                                        </p:tgtEl>
                                      </p:cBhvr>
                                    </p:animEffect>
                                  </p:childTnLst>
                                </p:cTn>
                              </p:par>
                            </p:childTnLst>
                          </p:cTn>
                        </p:par>
                        <p:par>
                          <p:cTn id="23" fill="hold">
                            <p:stCondLst>
                              <p:cond delay="850"/>
                            </p:stCondLst>
                            <p:childTnLst>
                              <p:par>
                                <p:cTn id="24" presetID="10" presetClass="entr" presetSubtype="0" fill="hold" grpId="0" nodeType="afterEffect">
                                  <p:stCondLst>
                                    <p:cond delay="10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
                                        <p:tgtEl>
                                          <p:spTgt spid="3">
                                            <p:txEl>
                                              <p:pRg st="2" end="2"/>
                                            </p:txEl>
                                          </p:spTgt>
                                        </p:tgtEl>
                                      </p:cBhvr>
                                    </p:animEffect>
                                  </p:childTnLst>
                                </p:cTn>
                              </p:par>
                            </p:childTnLst>
                          </p:cTn>
                        </p:par>
                        <p:par>
                          <p:cTn id="27" fill="hold">
                            <p:stCondLst>
                              <p:cond delay="1050"/>
                            </p:stCondLst>
                            <p:childTnLst>
                              <p:par>
                                <p:cTn id="28" presetID="10" presetClass="entr" presetSubtype="0" fill="hold" grpId="0" nodeType="afterEffect">
                                  <p:stCondLst>
                                    <p:cond delay="10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100"/>
                                        <p:tgtEl>
                                          <p:spTgt spid="3">
                                            <p:txEl>
                                              <p:pRg st="3" end="3"/>
                                            </p:txEl>
                                          </p:spTgt>
                                        </p:tgtEl>
                                      </p:cBhvr>
                                    </p:animEffect>
                                  </p:childTnLst>
                                </p:cTn>
                              </p:par>
                            </p:childTnLst>
                          </p:cTn>
                        </p:par>
                        <p:par>
                          <p:cTn id="31" fill="hold">
                            <p:stCondLst>
                              <p:cond delay="1250"/>
                            </p:stCondLst>
                            <p:childTnLst>
                              <p:par>
                                <p:cTn id="32" presetID="10" presetClass="entr" presetSubtype="0" fill="hold" grpId="0" nodeType="afterEffect">
                                  <p:stCondLst>
                                    <p:cond delay="10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
                                        <p:tgtEl>
                                          <p:spTgt spid="3">
                                            <p:txEl>
                                              <p:pRg st="4" end="4"/>
                                            </p:txEl>
                                          </p:spTgt>
                                        </p:tgtEl>
                                      </p:cBhvr>
                                    </p:animEffect>
                                  </p:childTnLst>
                                </p:cTn>
                              </p:par>
                            </p:childTnLst>
                          </p:cTn>
                        </p:par>
                        <p:par>
                          <p:cTn id="35" fill="hold">
                            <p:stCondLst>
                              <p:cond delay="1450"/>
                            </p:stCondLst>
                            <p:childTnLst>
                              <p:par>
                                <p:cTn id="36" presetID="10" presetClass="entr" presetSubtype="0" fill="hold" grpId="0" nodeType="afterEffect">
                                  <p:stCondLst>
                                    <p:cond delay="100"/>
                                  </p:stCondLst>
                                  <p:childTnLst>
                                    <p:set>
                                      <p:cBhvr>
                                        <p:cTn id="37" dur="1" fill="hold">
                                          <p:stCondLst>
                                            <p:cond delay="0"/>
                                          </p:stCondLst>
                                        </p:cTn>
                                        <p:tgtEl>
                                          <p:spTgt spid="11">
                                            <p:txEl>
                                              <p:pRg st="0" end="0"/>
                                            </p:txEl>
                                          </p:spTgt>
                                        </p:tgtEl>
                                        <p:attrNameLst>
                                          <p:attrName>style.visibility</p:attrName>
                                        </p:attrNameLst>
                                      </p:cBhvr>
                                      <p:to>
                                        <p:strVal val="visible"/>
                                      </p:to>
                                    </p:set>
                                    <p:animEffect transition="in" filter="fade">
                                      <p:cBhvr>
                                        <p:cTn id="38" dur="100"/>
                                        <p:tgtEl>
                                          <p:spTgt spid="11">
                                            <p:txEl>
                                              <p:pRg st="0" end="0"/>
                                            </p:txEl>
                                          </p:spTgt>
                                        </p:tgtEl>
                                      </p:cBhvr>
                                    </p:animEffect>
                                  </p:childTnLst>
                                </p:cTn>
                              </p:par>
                            </p:childTnLst>
                          </p:cTn>
                        </p:par>
                        <p:par>
                          <p:cTn id="39" fill="hold">
                            <p:stCondLst>
                              <p:cond delay="1650"/>
                            </p:stCondLst>
                            <p:childTnLst>
                              <p:par>
                                <p:cTn id="40" presetID="10" presetClass="entr" presetSubtype="0" fill="hold" grpId="0" nodeType="afterEffect">
                                  <p:stCondLst>
                                    <p:cond delay="100"/>
                                  </p:stCondLst>
                                  <p:childTnLst>
                                    <p:set>
                                      <p:cBhvr>
                                        <p:cTn id="41" dur="1" fill="hold">
                                          <p:stCondLst>
                                            <p:cond delay="0"/>
                                          </p:stCondLst>
                                        </p:cTn>
                                        <p:tgtEl>
                                          <p:spTgt spid="11">
                                            <p:txEl>
                                              <p:pRg st="1" end="1"/>
                                            </p:txEl>
                                          </p:spTgt>
                                        </p:tgtEl>
                                        <p:attrNameLst>
                                          <p:attrName>style.visibility</p:attrName>
                                        </p:attrNameLst>
                                      </p:cBhvr>
                                      <p:to>
                                        <p:strVal val="visible"/>
                                      </p:to>
                                    </p:set>
                                    <p:animEffect transition="in" filter="fade">
                                      <p:cBhvr>
                                        <p:cTn id="42" dur="100"/>
                                        <p:tgtEl>
                                          <p:spTgt spid="11">
                                            <p:txEl>
                                              <p:pRg st="1" end="1"/>
                                            </p:txEl>
                                          </p:spTgt>
                                        </p:tgtEl>
                                      </p:cBhvr>
                                    </p:animEffect>
                                  </p:childTnLst>
                                </p:cTn>
                              </p:par>
                            </p:childTnLst>
                          </p:cTn>
                        </p:par>
                        <p:par>
                          <p:cTn id="43" fill="hold">
                            <p:stCondLst>
                              <p:cond delay="1850"/>
                            </p:stCondLst>
                            <p:childTnLst>
                              <p:par>
                                <p:cTn id="44" presetID="10" presetClass="entr" presetSubtype="0" fill="hold" grpId="0" nodeType="afterEffect">
                                  <p:stCondLst>
                                    <p:cond delay="100"/>
                                  </p:stCondLst>
                                  <p:childTnLst>
                                    <p:set>
                                      <p:cBhvr>
                                        <p:cTn id="45" dur="1" fill="hold">
                                          <p:stCondLst>
                                            <p:cond delay="0"/>
                                          </p:stCondLst>
                                        </p:cTn>
                                        <p:tgtEl>
                                          <p:spTgt spid="11">
                                            <p:txEl>
                                              <p:pRg st="2" end="2"/>
                                            </p:txEl>
                                          </p:spTgt>
                                        </p:tgtEl>
                                        <p:attrNameLst>
                                          <p:attrName>style.visibility</p:attrName>
                                        </p:attrNameLst>
                                      </p:cBhvr>
                                      <p:to>
                                        <p:strVal val="visible"/>
                                      </p:to>
                                    </p:set>
                                    <p:animEffect transition="in" filter="fade">
                                      <p:cBhvr>
                                        <p:cTn id="46" dur="100"/>
                                        <p:tgtEl>
                                          <p:spTgt spid="11">
                                            <p:txEl>
                                              <p:pRg st="2" end="2"/>
                                            </p:txEl>
                                          </p:spTgt>
                                        </p:tgtEl>
                                      </p:cBhvr>
                                    </p:animEffect>
                                  </p:childTnLst>
                                </p:cTn>
                              </p:par>
                            </p:childTnLst>
                          </p:cTn>
                        </p:par>
                        <p:par>
                          <p:cTn id="47" fill="hold">
                            <p:stCondLst>
                              <p:cond delay="2050"/>
                            </p:stCondLst>
                            <p:childTnLst>
                              <p:par>
                                <p:cTn id="48" presetID="10" presetClass="entr" presetSubtype="0" fill="hold" grpId="0" nodeType="afterEffect">
                                  <p:stCondLst>
                                    <p:cond delay="100"/>
                                  </p:stCondLst>
                                  <p:childTnLst>
                                    <p:set>
                                      <p:cBhvr>
                                        <p:cTn id="49" dur="1" fill="hold">
                                          <p:stCondLst>
                                            <p:cond delay="0"/>
                                          </p:stCondLst>
                                        </p:cTn>
                                        <p:tgtEl>
                                          <p:spTgt spid="11">
                                            <p:txEl>
                                              <p:pRg st="3" end="3"/>
                                            </p:txEl>
                                          </p:spTgt>
                                        </p:tgtEl>
                                        <p:attrNameLst>
                                          <p:attrName>style.visibility</p:attrName>
                                        </p:attrNameLst>
                                      </p:cBhvr>
                                      <p:to>
                                        <p:strVal val="visible"/>
                                      </p:to>
                                    </p:set>
                                    <p:animEffect transition="in" filter="fade">
                                      <p:cBhvr>
                                        <p:cTn id="50" dur="100"/>
                                        <p:tgtEl>
                                          <p:spTgt spid="11">
                                            <p:txEl>
                                              <p:pRg st="3" end="3"/>
                                            </p:txEl>
                                          </p:spTgt>
                                        </p:tgtEl>
                                      </p:cBhvr>
                                    </p:animEffect>
                                  </p:childTnLst>
                                </p:cTn>
                              </p:par>
                            </p:childTnLst>
                          </p:cTn>
                        </p:par>
                        <p:par>
                          <p:cTn id="51" fill="hold">
                            <p:stCondLst>
                              <p:cond delay="2250"/>
                            </p:stCondLst>
                            <p:childTnLst>
                              <p:par>
                                <p:cTn id="52" presetID="10" presetClass="entr" presetSubtype="0" fill="hold" grpId="0" nodeType="afterEffect">
                                  <p:stCondLst>
                                    <p:cond delay="100"/>
                                  </p:stCondLst>
                                  <p:childTnLst>
                                    <p:set>
                                      <p:cBhvr>
                                        <p:cTn id="53" dur="1" fill="hold">
                                          <p:stCondLst>
                                            <p:cond delay="0"/>
                                          </p:stCondLst>
                                        </p:cTn>
                                        <p:tgtEl>
                                          <p:spTgt spid="11">
                                            <p:txEl>
                                              <p:pRg st="4" end="4"/>
                                            </p:txEl>
                                          </p:spTgt>
                                        </p:tgtEl>
                                        <p:attrNameLst>
                                          <p:attrName>style.visibility</p:attrName>
                                        </p:attrNameLst>
                                      </p:cBhvr>
                                      <p:to>
                                        <p:strVal val="visible"/>
                                      </p:to>
                                    </p:set>
                                    <p:animEffect transition="in" filter="fade">
                                      <p:cBhvr>
                                        <p:cTn id="54" dur="1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2">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3">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4">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5">
            <p:tnLst>
              <p:par>
                <p:cTn presetID="10" presetClass="entr" presetSubtype="0" fill="hold" nodeType="after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Lst>
      </p:bldP>
      <p:bldP spid="11" grpId="0" build="p">
        <p:tmplLst>
          <p:tmpl lvl="1">
            <p:tnLst>
              <p:par>
                <p:cTn presetID="10" presetClass="entr" presetSubtype="0" fill="hold" nodeType="afterEffect">
                  <p:stCondLst>
                    <p:cond delay="100"/>
                  </p:stCondLst>
                  <p:childTnLst>
                    <p:set>
                      <p:cBhvr>
                        <p:cTn dur="1" fill="hold">
                          <p:stCondLst>
                            <p:cond delay="0"/>
                          </p:stCondLst>
                        </p:cTn>
                        <p:tgtEl>
                          <p:spTgt spid="11"/>
                        </p:tgtEl>
                        <p:attrNameLst>
                          <p:attrName>style.visibility</p:attrName>
                        </p:attrNameLst>
                      </p:cBhvr>
                      <p:to>
                        <p:strVal val="visible"/>
                      </p:to>
                    </p:set>
                    <p:animEffect transition="in" filter="fade">
                      <p:cBhvr>
                        <p:cTn dur="100"/>
                        <p:tgtEl>
                          <p:spTgt spid="11"/>
                        </p:tgtEl>
                      </p:cBhvr>
                    </p:animEffect>
                  </p:childTnLst>
                </p:cTn>
              </p:par>
            </p:tnLst>
          </p:tmpl>
          <p:tmpl lvl="2">
            <p:tnLst>
              <p:par>
                <p:cTn presetID="10" presetClass="entr" presetSubtype="0" fill="hold" nodeType="afterEffect">
                  <p:stCondLst>
                    <p:cond delay="100"/>
                  </p:stCondLst>
                  <p:childTnLst>
                    <p:set>
                      <p:cBhvr>
                        <p:cTn dur="1" fill="hold">
                          <p:stCondLst>
                            <p:cond delay="0"/>
                          </p:stCondLst>
                        </p:cTn>
                        <p:tgtEl>
                          <p:spTgt spid="11"/>
                        </p:tgtEl>
                        <p:attrNameLst>
                          <p:attrName>style.visibility</p:attrName>
                        </p:attrNameLst>
                      </p:cBhvr>
                      <p:to>
                        <p:strVal val="visible"/>
                      </p:to>
                    </p:set>
                    <p:animEffect transition="in" filter="fade">
                      <p:cBhvr>
                        <p:cTn dur="100"/>
                        <p:tgtEl>
                          <p:spTgt spid="11"/>
                        </p:tgtEl>
                      </p:cBhvr>
                    </p:animEffect>
                  </p:childTnLst>
                </p:cTn>
              </p:par>
            </p:tnLst>
          </p:tmpl>
          <p:tmpl lvl="3">
            <p:tnLst>
              <p:par>
                <p:cTn presetID="10" presetClass="entr" presetSubtype="0" fill="hold" nodeType="afterEffect">
                  <p:stCondLst>
                    <p:cond delay="100"/>
                  </p:stCondLst>
                  <p:childTnLst>
                    <p:set>
                      <p:cBhvr>
                        <p:cTn dur="1" fill="hold">
                          <p:stCondLst>
                            <p:cond delay="0"/>
                          </p:stCondLst>
                        </p:cTn>
                        <p:tgtEl>
                          <p:spTgt spid="11"/>
                        </p:tgtEl>
                        <p:attrNameLst>
                          <p:attrName>style.visibility</p:attrName>
                        </p:attrNameLst>
                      </p:cBhvr>
                      <p:to>
                        <p:strVal val="visible"/>
                      </p:to>
                    </p:set>
                    <p:animEffect transition="in" filter="fade">
                      <p:cBhvr>
                        <p:cTn dur="100"/>
                        <p:tgtEl>
                          <p:spTgt spid="11"/>
                        </p:tgtEl>
                      </p:cBhvr>
                    </p:animEffect>
                  </p:childTnLst>
                </p:cTn>
              </p:par>
            </p:tnLst>
          </p:tmpl>
          <p:tmpl lvl="4">
            <p:tnLst>
              <p:par>
                <p:cTn presetID="10" presetClass="entr" presetSubtype="0" fill="hold" nodeType="afterEffect">
                  <p:stCondLst>
                    <p:cond delay="100"/>
                  </p:stCondLst>
                  <p:childTnLst>
                    <p:set>
                      <p:cBhvr>
                        <p:cTn dur="1" fill="hold">
                          <p:stCondLst>
                            <p:cond delay="0"/>
                          </p:stCondLst>
                        </p:cTn>
                        <p:tgtEl>
                          <p:spTgt spid="11"/>
                        </p:tgtEl>
                        <p:attrNameLst>
                          <p:attrName>style.visibility</p:attrName>
                        </p:attrNameLst>
                      </p:cBhvr>
                      <p:to>
                        <p:strVal val="visible"/>
                      </p:to>
                    </p:set>
                    <p:animEffect transition="in" filter="fade">
                      <p:cBhvr>
                        <p:cTn dur="100"/>
                        <p:tgtEl>
                          <p:spTgt spid="11"/>
                        </p:tgtEl>
                      </p:cBhvr>
                    </p:animEffect>
                  </p:childTnLst>
                </p:cTn>
              </p:par>
            </p:tnLst>
          </p:tmpl>
          <p:tmpl lvl="5">
            <p:tnLst>
              <p:par>
                <p:cTn presetID="10" presetClass="entr" presetSubtype="0" fill="hold" nodeType="afterEffect">
                  <p:stCondLst>
                    <p:cond delay="100"/>
                  </p:stCondLst>
                  <p:childTnLst>
                    <p:set>
                      <p:cBhvr>
                        <p:cTn dur="1" fill="hold">
                          <p:stCondLst>
                            <p:cond delay="0"/>
                          </p:stCondLst>
                        </p:cTn>
                        <p:tgtEl>
                          <p:spTgt spid="11"/>
                        </p:tgtEl>
                        <p:attrNameLst>
                          <p:attrName>style.visibility</p:attrName>
                        </p:attrNameLst>
                      </p:cBhvr>
                      <p:to>
                        <p:strVal val="visible"/>
                      </p:to>
                    </p:set>
                    <p:animEffect transition="in" filter="fade">
                      <p:cBhvr>
                        <p:cTn dur="100"/>
                        <p:tgtEl>
                          <p:spTgt spid="11"/>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tekst en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D1355-C620-496B-B7C0-FF8385D053DB}"/>
              </a:ext>
            </a:extLst>
          </p:cNvPr>
          <p:cNvSpPr>
            <a:spLocks noGrp="1"/>
          </p:cNvSpPr>
          <p:nvPr>
            <p:ph type="title" hasCustomPrompt="1"/>
          </p:nvPr>
        </p:nvSpPr>
        <p:spPr>
          <a:xfrm>
            <a:off x="766763" y="851007"/>
            <a:ext cx="5329238" cy="498598"/>
          </a:xfrm>
        </p:spPr>
        <p:txBody>
          <a:bodyPr/>
          <a:lstStyle>
            <a:lvl1pPr>
              <a:defRPr baseline="0"/>
            </a:lvl1pPr>
          </a:lstStyle>
          <a:p>
            <a:r>
              <a:rPr lang="nl-NL" dirty="0"/>
              <a:t>TITEL PAGINA</a:t>
            </a:r>
          </a:p>
        </p:txBody>
      </p:sp>
      <p:sp>
        <p:nvSpPr>
          <p:cNvPr id="3" name="Tijdelijke aanduiding voor inhoud 2">
            <a:extLst>
              <a:ext uri="{FF2B5EF4-FFF2-40B4-BE49-F238E27FC236}">
                <a16:creationId xmlns:a16="http://schemas.microsoft.com/office/drawing/2014/main" id="{7E665817-04BA-4683-98ED-D301CFA00132}"/>
              </a:ext>
            </a:extLst>
          </p:cNvPr>
          <p:cNvSpPr>
            <a:spLocks noGrp="1"/>
          </p:cNvSpPr>
          <p:nvPr>
            <p:ph idx="1" hasCustomPrompt="1"/>
          </p:nvPr>
        </p:nvSpPr>
        <p:spPr>
          <a:xfrm>
            <a:off x="766763" y="1702837"/>
            <a:ext cx="5329237" cy="4210601"/>
          </a:xfrm>
        </p:spPr>
        <p:txBody>
          <a:bodyPr tIns="0" rIns="72000"/>
          <a:lstStyle>
            <a:lvl1pPr marL="342900" marR="0" indent="-3429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baseline="0"/>
            </a:lvl1pPr>
            <a:lvl2pPr>
              <a:lnSpc>
                <a:spcPct val="150000"/>
              </a:lnSpc>
              <a:defRPr/>
            </a:lvl2pPr>
            <a:lvl3pPr>
              <a:lnSpc>
                <a:spcPct val="150000"/>
              </a:lnSpc>
              <a:defRPr/>
            </a:lvl3pPr>
            <a:lvl4pPr>
              <a:lnSpc>
                <a:spcPct val="150000"/>
              </a:lnSpc>
              <a:defRPr/>
            </a:lvl4pPr>
            <a:lvl5pPr>
              <a:lnSpc>
                <a:spcPct val="150000"/>
              </a:lnSpc>
              <a:defRPr/>
            </a:lvl5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NL" dirty="0"/>
              <a:t>Klikken om de tekststijl van het model te bewerken, klikken om de tekststijl van het model te bewerken, klikken om de tekststijl van het model te bewerken, klikken om de tekststijl van het model te bewerken.</a:t>
            </a:r>
          </a:p>
          <a:p>
            <a:pPr marL="342900" marR="0" lvl="0" indent="-342900" algn="l" defTabSz="914400" rtl="0" eaLnBrk="1" fontAlgn="auto" latinLnBrk="0" hangingPunct="1">
              <a:lnSpc>
                <a:spcPct val="150000"/>
              </a:lnSpc>
              <a:spcBef>
                <a:spcPts val="1000"/>
              </a:spcBef>
              <a:spcAft>
                <a:spcPts val="0"/>
              </a:spcAft>
              <a:buClrTx/>
              <a:buSzTx/>
              <a:tabLst/>
              <a:defRPr/>
            </a:pPr>
            <a:endParaRPr lang="nl-NL" dirty="0"/>
          </a:p>
          <a:p>
            <a:pPr marL="342900" marR="0" lvl="0" indent="-342900" algn="l" defTabSz="914400" rtl="0" eaLnBrk="1" fontAlgn="auto" latinLnBrk="0" hangingPunct="1">
              <a:lnSpc>
                <a:spcPct val="150000"/>
              </a:lnSpc>
              <a:spcBef>
                <a:spcPts val="1000"/>
              </a:spcBef>
              <a:spcAft>
                <a:spcPts val="0"/>
              </a:spcAft>
              <a:buClrTx/>
              <a:buSzTx/>
              <a:tabLst/>
              <a:defRPr/>
            </a:pPr>
            <a:endParaRPr lang="nl-NL" dirty="0"/>
          </a:p>
          <a:p>
            <a:pPr lvl="0"/>
            <a:endParaRPr lang="nl-NL" dirty="0"/>
          </a:p>
        </p:txBody>
      </p:sp>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p:txBody>
          <a:bodyPr/>
          <a:lstStyle/>
          <a:p>
            <a:endParaRPr lang="nl-NL"/>
          </a:p>
        </p:txBody>
      </p:sp>
      <p:sp>
        <p:nvSpPr>
          <p:cNvPr id="12" name="Tijdelijke aanduiding voor afbeelding 3">
            <a:extLst>
              <a:ext uri="{FF2B5EF4-FFF2-40B4-BE49-F238E27FC236}">
                <a16:creationId xmlns:a16="http://schemas.microsoft.com/office/drawing/2014/main" id="{BFA84CA2-9E37-4908-95BB-77BEE9F41707}"/>
              </a:ext>
            </a:extLst>
          </p:cNvPr>
          <p:cNvSpPr>
            <a:spLocks noGrp="1"/>
          </p:cNvSpPr>
          <p:nvPr>
            <p:ph type="pic" sz="quarter" idx="13" hasCustomPrompt="1"/>
          </p:nvPr>
        </p:nvSpPr>
        <p:spPr>
          <a:xfrm>
            <a:off x="6291943" y="385763"/>
            <a:ext cx="5519057" cy="5714300"/>
          </a:xfrm>
          <a:solidFill>
            <a:schemeClr val="bg1">
              <a:lumMod val="95000"/>
            </a:schemeClr>
          </a:solidFill>
        </p:spPr>
        <p:txBody>
          <a:bodyPr lIns="144000" tIns="504000"/>
          <a:lstStyle>
            <a:lvl1pPr algn="ctr">
              <a:defRPr sz="18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grpSp>
        <p:nvGrpSpPr>
          <p:cNvPr id="13" name="Groep 12">
            <a:extLst>
              <a:ext uri="{FF2B5EF4-FFF2-40B4-BE49-F238E27FC236}">
                <a16:creationId xmlns:a16="http://schemas.microsoft.com/office/drawing/2014/main" id="{1BBC5DFB-868C-470E-BE1A-A6A237AF1CDB}"/>
              </a:ext>
            </a:extLst>
          </p:cNvPr>
          <p:cNvGrpSpPr/>
          <p:nvPr userDrawn="1"/>
        </p:nvGrpSpPr>
        <p:grpSpPr>
          <a:xfrm>
            <a:off x="0" y="1470095"/>
            <a:ext cx="3914192" cy="45719"/>
            <a:chOff x="0" y="1471262"/>
            <a:chExt cx="6471285" cy="76200"/>
          </a:xfrm>
        </p:grpSpPr>
        <p:sp>
          <p:nvSpPr>
            <p:cNvPr id="14" name="object 2">
              <a:extLst>
                <a:ext uri="{FF2B5EF4-FFF2-40B4-BE49-F238E27FC236}">
                  <a16:creationId xmlns:a16="http://schemas.microsoft.com/office/drawing/2014/main" id="{5961D484-B402-4E32-8054-E58D1F50EB3F}"/>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chemeClr val="tx1"/>
              </a:solidFill>
            </a:ln>
          </p:spPr>
          <p:txBody>
            <a:bodyPr wrap="square" lIns="0" tIns="0" rIns="0" bIns="0" rtlCol="0"/>
            <a:lstStyle/>
            <a:p>
              <a:endParaRPr/>
            </a:p>
          </p:txBody>
        </p:sp>
        <p:sp>
          <p:nvSpPr>
            <p:cNvPr id="15" name="object 3">
              <a:extLst>
                <a:ext uri="{FF2B5EF4-FFF2-40B4-BE49-F238E27FC236}">
                  <a16:creationId xmlns:a16="http://schemas.microsoft.com/office/drawing/2014/main" id="{43A70CE4-646B-44D8-98AE-C988E35F95C1}"/>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chemeClr val="tx1"/>
              </a:solidFill>
            </a:ln>
          </p:spPr>
          <p:txBody>
            <a:bodyPr wrap="square" lIns="0" tIns="0" rIns="0" bIns="0" rtlCol="0"/>
            <a:lstStyle/>
            <a:p>
              <a:endParaRPr/>
            </a:p>
          </p:txBody>
        </p:sp>
      </p:grpSp>
      <p:sp>
        <p:nvSpPr>
          <p:cNvPr id="16" name="Tijdelijke aanduiding voor dianummer 5">
            <a:extLst>
              <a:ext uri="{FF2B5EF4-FFF2-40B4-BE49-F238E27FC236}">
                <a16:creationId xmlns:a16="http://schemas.microsoft.com/office/drawing/2014/main" id="{13635418-C92E-40C9-8E4A-3F8347F002DD}"/>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4134877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
                                        <p:tgtEl>
                                          <p:spTgt spid="2"/>
                                        </p:tgtEl>
                                      </p:cBhvr>
                                    </p:animEffect>
                                    <p:anim calcmode="lin" valueType="num">
                                      <p:cBhvr>
                                        <p:cTn id="8" dur="150" fill="hold"/>
                                        <p:tgtEl>
                                          <p:spTgt spid="2"/>
                                        </p:tgtEl>
                                        <p:attrNameLst>
                                          <p:attrName>ppt_x</p:attrName>
                                        </p:attrNameLst>
                                      </p:cBhvr>
                                      <p:tavLst>
                                        <p:tav tm="0">
                                          <p:val>
                                            <p:strVal val="#ppt_x"/>
                                          </p:val>
                                        </p:tav>
                                        <p:tav tm="100000">
                                          <p:val>
                                            <p:strVal val="#ppt_x"/>
                                          </p:val>
                                        </p:tav>
                                      </p:tavLst>
                                    </p:anim>
                                    <p:anim calcmode="lin" valueType="num">
                                      <p:cBhvr>
                                        <p:cTn id="9" dur="1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2" presetClass="entr" presetSubtype="8" fill="hold" nodeType="afterEffect">
                                  <p:stCondLst>
                                    <p:cond delay="10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200" fill="hold"/>
                                        <p:tgtEl>
                                          <p:spTgt spid="13"/>
                                        </p:tgtEl>
                                        <p:attrNameLst>
                                          <p:attrName>ppt_x</p:attrName>
                                        </p:attrNameLst>
                                      </p:cBhvr>
                                      <p:tavLst>
                                        <p:tav tm="0">
                                          <p:val>
                                            <p:strVal val="0-#ppt_w/2"/>
                                          </p:val>
                                        </p:tav>
                                        <p:tav tm="100000">
                                          <p:val>
                                            <p:strVal val="#ppt_x"/>
                                          </p:val>
                                        </p:tav>
                                      </p:tavLst>
                                    </p:anim>
                                    <p:anim calcmode="lin" valueType="num">
                                      <p:cBhvr additive="base">
                                        <p:cTn id="14" dur="200" fill="hold"/>
                                        <p:tgtEl>
                                          <p:spTgt spid="13"/>
                                        </p:tgtEl>
                                        <p:attrNameLst>
                                          <p:attrName>ppt_y</p:attrName>
                                        </p:attrNameLst>
                                      </p:cBhvr>
                                      <p:tavLst>
                                        <p:tav tm="0">
                                          <p:val>
                                            <p:strVal val="#ppt_y"/>
                                          </p:val>
                                        </p:tav>
                                        <p:tav tm="100000">
                                          <p:val>
                                            <p:strVal val="#ppt_y"/>
                                          </p:val>
                                        </p:tav>
                                      </p:tavLst>
                                    </p:anim>
                                  </p:childTnLst>
                                </p:cTn>
                              </p:par>
                            </p:childTnLst>
                          </p:cTn>
                        </p:par>
                        <p:par>
                          <p:cTn id="15" fill="hold">
                            <p:stCondLst>
                              <p:cond delay="550"/>
                            </p:stCondLst>
                            <p:childTnLst>
                              <p:par>
                                <p:cTn id="16" presetID="10" presetClass="entr" presetSubtype="0" fill="hold" grpId="0" nodeType="after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tekst met bullets en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D1355-C620-496B-B7C0-FF8385D053DB}"/>
              </a:ext>
            </a:extLst>
          </p:cNvPr>
          <p:cNvSpPr>
            <a:spLocks noGrp="1"/>
          </p:cNvSpPr>
          <p:nvPr>
            <p:ph type="title" hasCustomPrompt="1"/>
          </p:nvPr>
        </p:nvSpPr>
        <p:spPr>
          <a:xfrm>
            <a:off x="766763" y="851007"/>
            <a:ext cx="5329238" cy="498598"/>
          </a:xfrm>
        </p:spPr>
        <p:txBody>
          <a:bodyPr/>
          <a:lstStyle>
            <a:lvl1pPr>
              <a:defRPr baseline="0"/>
            </a:lvl1pPr>
          </a:lstStyle>
          <a:p>
            <a:r>
              <a:rPr lang="nl-NL" dirty="0"/>
              <a:t>TITEL PAGINA</a:t>
            </a:r>
          </a:p>
        </p:txBody>
      </p:sp>
      <p:sp>
        <p:nvSpPr>
          <p:cNvPr id="3" name="Tijdelijke aanduiding voor inhoud 2">
            <a:extLst>
              <a:ext uri="{FF2B5EF4-FFF2-40B4-BE49-F238E27FC236}">
                <a16:creationId xmlns:a16="http://schemas.microsoft.com/office/drawing/2014/main" id="{7E665817-04BA-4683-98ED-D301CFA00132}"/>
              </a:ext>
            </a:extLst>
          </p:cNvPr>
          <p:cNvSpPr>
            <a:spLocks noGrp="1"/>
          </p:cNvSpPr>
          <p:nvPr>
            <p:ph idx="1"/>
          </p:nvPr>
        </p:nvSpPr>
        <p:spPr>
          <a:xfrm>
            <a:off x="766763" y="1702837"/>
            <a:ext cx="5329237" cy="4210601"/>
          </a:xfrm>
        </p:spPr>
        <p:txBody>
          <a:bodyPr tIns="0" rIns="72000"/>
          <a:lstStyle>
            <a:lvl1pPr marL="342900" marR="0" indent="-342900" algn="l" defTabSz="914400" rtl="0" eaLnBrk="1" fontAlgn="auto" latinLnBrk="0" hangingPunct="1">
              <a:lnSpc>
                <a:spcPct val="150000"/>
              </a:lnSpc>
              <a:spcBef>
                <a:spcPts val="1000"/>
              </a:spcBef>
              <a:spcAft>
                <a:spcPts val="0"/>
              </a:spcAft>
              <a:buClr>
                <a:schemeClr val="accent1"/>
              </a:buClr>
              <a:buSzTx/>
              <a:buFont typeface="Arial" panose="020B0604020202020204" pitchFamily="34" charset="0"/>
              <a:buChar char="•"/>
              <a:tabLst/>
              <a:defRPr baseline="0"/>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p:txBody>
      </p:sp>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p:txBody>
          <a:bodyPr/>
          <a:lstStyle/>
          <a:p>
            <a:endParaRPr lang="nl-NL"/>
          </a:p>
        </p:txBody>
      </p:sp>
      <p:sp>
        <p:nvSpPr>
          <p:cNvPr id="12" name="Tijdelijke aanduiding voor afbeelding 3">
            <a:extLst>
              <a:ext uri="{FF2B5EF4-FFF2-40B4-BE49-F238E27FC236}">
                <a16:creationId xmlns:a16="http://schemas.microsoft.com/office/drawing/2014/main" id="{BFA84CA2-9E37-4908-95BB-77BEE9F41707}"/>
              </a:ext>
            </a:extLst>
          </p:cNvPr>
          <p:cNvSpPr>
            <a:spLocks noGrp="1"/>
          </p:cNvSpPr>
          <p:nvPr>
            <p:ph type="pic" sz="quarter" idx="13" hasCustomPrompt="1"/>
          </p:nvPr>
        </p:nvSpPr>
        <p:spPr>
          <a:xfrm>
            <a:off x="6291943" y="385763"/>
            <a:ext cx="5519057" cy="5714300"/>
          </a:xfrm>
          <a:solidFill>
            <a:schemeClr val="bg1">
              <a:lumMod val="95000"/>
            </a:schemeClr>
          </a:solidFill>
        </p:spPr>
        <p:txBody>
          <a:bodyPr lIns="144000" tIns="504000"/>
          <a:lstStyle>
            <a:lvl1pPr algn="ctr">
              <a:defRPr sz="18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grpSp>
        <p:nvGrpSpPr>
          <p:cNvPr id="13" name="Groep 12">
            <a:extLst>
              <a:ext uri="{FF2B5EF4-FFF2-40B4-BE49-F238E27FC236}">
                <a16:creationId xmlns:a16="http://schemas.microsoft.com/office/drawing/2014/main" id="{1BBC5DFB-868C-470E-BE1A-A6A237AF1CDB}"/>
              </a:ext>
            </a:extLst>
          </p:cNvPr>
          <p:cNvGrpSpPr/>
          <p:nvPr userDrawn="1"/>
        </p:nvGrpSpPr>
        <p:grpSpPr>
          <a:xfrm>
            <a:off x="0" y="1470095"/>
            <a:ext cx="3914192" cy="45719"/>
            <a:chOff x="0" y="1471262"/>
            <a:chExt cx="6471285" cy="76200"/>
          </a:xfrm>
        </p:grpSpPr>
        <p:sp>
          <p:nvSpPr>
            <p:cNvPr id="14" name="object 2">
              <a:extLst>
                <a:ext uri="{FF2B5EF4-FFF2-40B4-BE49-F238E27FC236}">
                  <a16:creationId xmlns:a16="http://schemas.microsoft.com/office/drawing/2014/main" id="{5961D484-B402-4E32-8054-E58D1F50EB3F}"/>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chemeClr val="tx1"/>
              </a:solidFill>
            </a:ln>
          </p:spPr>
          <p:txBody>
            <a:bodyPr wrap="square" lIns="0" tIns="0" rIns="0" bIns="0" rtlCol="0"/>
            <a:lstStyle/>
            <a:p>
              <a:endParaRPr/>
            </a:p>
          </p:txBody>
        </p:sp>
        <p:sp>
          <p:nvSpPr>
            <p:cNvPr id="15" name="object 3">
              <a:extLst>
                <a:ext uri="{FF2B5EF4-FFF2-40B4-BE49-F238E27FC236}">
                  <a16:creationId xmlns:a16="http://schemas.microsoft.com/office/drawing/2014/main" id="{43A70CE4-646B-44D8-98AE-C988E35F95C1}"/>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chemeClr val="tx1"/>
              </a:solidFill>
            </a:ln>
          </p:spPr>
          <p:txBody>
            <a:bodyPr wrap="square" lIns="0" tIns="0" rIns="0" bIns="0" rtlCol="0"/>
            <a:lstStyle/>
            <a:p>
              <a:endParaRPr/>
            </a:p>
          </p:txBody>
        </p:sp>
      </p:grpSp>
      <p:sp>
        <p:nvSpPr>
          <p:cNvPr id="16" name="Tijdelijke aanduiding voor dianummer 5">
            <a:extLst>
              <a:ext uri="{FF2B5EF4-FFF2-40B4-BE49-F238E27FC236}">
                <a16:creationId xmlns:a16="http://schemas.microsoft.com/office/drawing/2014/main" id="{13635418-C92E-40C9-8E4A-3F8347F002DD}"/>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382393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
                                        <p:tgtEl>
                                          <p:spTgt spid="2"/>
                                        </p:tgtEl>
                                      </p:cBhvr>
                                    </p:animEffect>
                                    <p:anim calcmode="lin" valueType="num">
                                      <p:cBhvr>
                                        <p:cTn id="8" dur="150" fill="hold"/>
                                        <p:tgtEl>
                                          <p:spTgt spid="2"/>
                                        </p:tgtEl>
                                        <p:attrNameLst>
                                          <p:attrName>ppt_x</p:attrName>
                                        </p:attrNameLst>
                                      </p:cBhvr>
                                      <p:tavLst>
                                        <p:tav tm="0">
                                          <p:val>
                                            <p:strVal val="#ppt_x"/>
                                          </p:val>
                                        </p:tav>
                                        <p:tav tm="100000">
                                          <p:val>
                                            <p:strVal val="#ppt_x"/>
                                          </p:val>
                                        </p:tav>
                                      </p:tavLst>
                                    </p:anim>
                                    <p:anim calcmode="lin" valueType="num">
                                      <p:cBhvr>
                                        <p:cTn id="9" dur="1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2" presetClass="entr" presetSubtype="8" fill="hold" nodeType="afterEffect">
                                  <p:stCondLst>
                                    <p:cond delay="10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200" fill="hold"/>
                                        <p:tgtEl>
                                          <p:spTgt spid="13"/>
                                        </p:tgtEl>
                                        <p:attrNameLst>
                                          <p:attrName>ppt_x</p:attrName>
                                        </p:attrNameLst>
                                      </p:cBhvr>
                                      <p:tavLst>
                                        <p:tav tm="0">
                                          <p:val>
                                            <p:strVal val="0-#ppt_w/2"/>
                                          </p:val>
                                        </p:tav>
                                        <p:tav tm="100000">
                                          <p:val>
                                            <p:strVal val="#ppt_x"/>
                                          </p:val>
                                        </p:tav>
                                      </p:tavLst>
                                    </p:anim>
                                    <p:anim calcmode="lin" valueType="num">
                                      <p:cBhvr additive="base">
                                        <p:cTn id="14" dur="200" fill="hold"/>
                                        <p:tgtEl>
                                          <p:spTgt spid="13"/>
                                        </p:tgtEl>
                                        <p:attrNameLst>
                                          <p:attrName>ppt_y</p:attrName>
                                        </p:attrNameLst>
                                      </p:cBhvr>
                                      <p:tavLst>
                                        <p:tav tm="0">
                                          <p:val>
                                            <p:strVal val="#ppt_y"/>
                                          </p:val>
                                        </p:tav>
                                        <p:tav tm="100000">
                                          <p:val>
                                            <p:strVal val="#ppt_y"/>
                                          </p:val>
                                        </p:tav>
                                      </p:tavLst>
                                    </p:anim>
                                  </p:childTnLst>
                                </p:cTn>
                              </p:par>
                            </p:childTnLst>
                          </p:cTn>
                        </p:par>
                        <p:par>
                          <p:cTn id="15" fill="hold">
                            <p:stCondLst>
                              <p:cond delay="550"/>
                            </p:stCondLst>
                            <p:childTnLst>
                              <p:par>
                                <p:cTn id="16" presetID="10" presetClass="entr" presetSubtype="0" fill="hold" grpId="0" nodeType="afterEffect" nodePh="1">
                                  <p:stCondLst>
                                    <p:cond delay="0"/>
                                  </p:stCondLst>
                                  <p:endCondLst>
                                    <p:cond evt="begin" delay="0">
                                      <p:tn val="16"/>
                                    </p:cond>
                                  </p:end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3"/>
                        </p:tgtEl>
                        <p:attrNameLst>
                          <p:attrName>style.visibility</p:attrName>
                        </p:attrNameLst>
                      </p:cBhvr>
                      <p:to>
                        <p:strVal val="visible"/>
                      </p:to>
                    </p:set>
                    <p:animEffect transition="in" filter="fade">
                      <p:cBhvr>
                        <p:cTn dur="100"/>
                        <p:tgtEl>
                          <p:spTgt spid="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tekst met Koptekst en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D1355-C620-496B-B7C0-FF8385D053DB}"/>
              </a:ext>
            </a:extLst>
          </p:cNvPr>
          <p:cNvSpPr>
            <a:spLocks noGrp="1"/>
          </p:cNvSpPr>
          <p:nvPr>
            <p:ph type="title" hasCustomPrompt="1"/>
          </p:nvPr>
        </p:nvSpPr>
        <p:spPr>
          <a:xfrm>
            <a:off x="766763" y="851007"/>
            <a:ext cx="5329238" cy="498598"/>
          </a:xfrm>
        </p:spPr>
        <p:txBody>
          <a:bodyPr/>
          <a:lstStyle>
            <a:lvl1pPr>
              <a:defRPr baseline="0"/>
            </a:lvl1pPr>
          </a:lstStyle>
          <a:p>
            <a:r>
              <a:rPr lang="nl-NL" dirty="0"/>
              <a:t>TITEL PAGINA</a:t>
            </a:r>
          </a:p>
        </p:txBody>
      </p:sp>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p:txBody>
          <a:bodyPr/>
          <a:lstStyle/>
          <a:p>
            <a:endParaRPr lang="nl-NL"/>
          </a:p>
        </p:txBody>
      </p:sp>
      <p:sp>
        <p:nvSpPr>
          <p:cNvPr id="12" name="Tijdelijke aanduiding voor afbeelding 3">
            <a:extLst>
              <a:ext uri="{FF2B5EF4-FFF2-40B4-BE49-F238E27FC236}">
                <a16:creationId xmlns:a16="http://schemas.microsoft.com/office/drawing/2014/main" id="{BFA84CA2-9E37-4908-95BB-77BEE9F41707}"/>
              </a:ext>
            </a:extLst>
          </p:cNvPr>
          <p:cNvSpPr>
            <a:spLocks noGrp="1"/>
          </p:cNvSpPr>
          <p:nvPr>
            <p:ph type="pic" sz="quarter" idx="13" hasCustomPrompt="1"/>
          </p:nvPr>
        </p:nvSpPr>
        <p:spPr>
          <a:xfrm>
            <a:off x="6291943" y="385763"/>
            <a:ext cx="5519057" cy="5714300"/>
          </a:xfrm>
          <a:solidFill>
            <a:schemeClr val="bg1">
              <a:lumMod val="95000"/>
            </a:schemeClr>
          </a:solidFill>
        </p:spPr>
        <p:txBody>
          <a:bodyPr lIns="144000" tIns="504000"/>
          <a:lstStyle>
            <a:lvl1pPr algn="ctr">
              <a:defRPr sz="18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grpSp>
        <p:nvGrpSpPr>
          <p:cNvPr id="13" name="Groep 12">
            <a:extLst>
              <a:ext uri="{FF2B5EF4-FFF2-40B4-BE49-F238E27FC236}">
                <a16:creationId xmlns:a16="http://schemas.microsoft.com/office/drawing/2014/main" id="{1BBC5DFB-868C-470E-BE1A-A6A237AF1CDB}"/>
              </a:ext>
            </a:extLst>
          </p:cNvPr>
          <p:cNvGrpSpPr/>
          <p:nvPr userDrawn="1"/>
        </p:nvGrpSpPr>
        <p:grpSpPr>
          <a:xfrm>
            <a:off x="0" y="1470095"/>
            <a:ext cx="3914192" cy="45719"/>
            <a:chOff x="0" y="1471262"/>
            <a:chExt cx="6471285" cy="76200"/>
          </a:xfrm>
        </p:grpSpPr>
        <p:sp>
          <p:nvSpPr>
            <p:cNvPr id="14" name="object 2">
              <a:extLst>
                <a:ext uri="{FF2B5EF4-FFF2-40B4-BE49-F238E27FC236}">
                  <a16:creationId xmlns:a16="http://schemas.microsoft.com/office/drawing/2014/main" id="{5961D484-B402-4E32-8054-E58D1F50EB3F}"/>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chemeClr val="tx1"/>
              </a:solidFill>
            </a:ln>
          </p:spPr>
          <p:txBody>
            <a:bodyPr wrap="square" lIns="0" tIns="0" rIns="0" bIns="0" rtlCol="0"/>
            <a:lstStyle/>
            <a:p>
              <a:endParaRPr/>
            </a:p>
          </p:txBody>
        </p:sp>
        <p:sp>
          <p:nvSpPr>
            <p:cNvPr id="15" name="object 3">
              <a:extLst>
                <a:ext uri="{FF2B5EF4-FFF2-40B4-BE49-F238E27FC236}">
                  <a16:creationId xmlns:a16="http://schemas.microsoft.com/office/drawing/2014/main" id="{43A70CE4-646B-44D8-98AE-C988E35F95C1}"/>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chemeClr val="tx1"/>
              </a:solidFill>
            </a:ln>
          </p:spPr>
          <p:txBody>
            <a:bodyPr wrap="square" lIns="0" tIns="0" rIns="0" bIns="0" rtlCol="0"/>
            <a:lstStyle/>
            <a:p>
              <a:endParaRPr/>
            </a:p>
          </p:txBody>
        </p:sp>
      </p:grpSp>
      <p:sp>
        <p:nvSpPr>
          <p:cNvPr id="11" name="Tijdelijke aanduiding voor inhoud 2">
            <a:extLst>
              <a:ext uri="{FF2B5EF4-FFF2-40B4-BE49-F238E27FC236}">
                <a16:creationId xmlns:a16="http://schemas.microsoft.com/office/drawing/2014/main" id="{B3DFEA6E-0882-46BD-8FD7-753A5DB0AF52}"/>
              </a:ext>
            </a:extLst>
          </p:cNvPr>
          <p:cNvSpPr>
            <a:spLocks noGrp="1"/>
          </p:cNvSpPr>
          <p:nvPr>
            <p:ph idx="1" hasCustomPrompt="1"/>
          </p:nvPr>
        </p:nvSpPr>
        <p:spPr>
          <a:xfrm>
            <a:off x="766763" y="1808163"/>
            <a:ext cx="5329237" cy="4105275"/>
          </a:xfrm>
        </p:spPr>
        <p:txBody>
          <a:bodyPr/>
          <a:lstStyle>
            <a:lvl1pPr>
              <a:defRPr b="1"/>
            </a:lvl1pPr>
            <a:lvl2pPr marL="179388" indent="-179388">
              <a:buFont typeface="Segoe UI" panose="020B0502040204020203" pitchFamily="34" charset="0"/>
              <a:buChar char="‐"/>
              <a:defRPr/>
            </a:lvl2pPr>
            <a:lvl3pPr marL="358775" indent="-179388">
              <a:buFont typeface="Arial" panose="020B0604020202020204" pitchFamily="34" charset="0"/>
              <a:buChar char="•"/>
              <a:tabLst>
                <a:tab pos="358775" algn="l"/>
              </a:tabLst>
              <a:defRPr/>
            </a:lvl3pPr>
            <a:lvl4pPr marL="625475" indent="-266700">
              <a:defRPr/>
            </a:lvl4pPr>
            <a:lvl5pPr marL="1828800" indent="-1470025">
              <a:defRPr/>
            </a:lvl5pPr>
          </a:lstStyle>
          <a:p>
            <a:pPr lvl="0"/>
            <a:r>
              <a:rPr lang="nl-NL" dirty="0"/>
              <a:t>Klikken om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6" name="Tijdelijke aanduiding voor dianummer 5">
            <a:extLst>
              <a:ext uri="{FF2B5EF4-FFF2-40B4-BE49-F238E27FC236}">
                <a16:creationId xmlns:a16="http://schemas.microsoft.com/office/drawing/2014/main" id="{8B34FF0C-4F03-4E32-8780-BE71E61B7FA5}"/>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218425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
                                        <p:tgtEl>
                                          <p:spTgt spid="2"/>
                                        </p:tgtEl>
                                      </p:cBhvr>
                                    </p:animEffect>
                                    <p:anim calcmode="lin" valueType="num">
                                      <p:cBhvr>
                                        <p:cTn id="8" dur="150" fill="hold"/>
                                        <p:tgtEl>
                                          <p:spTgt spid="2"/>
                                        </p:tgtEl>
                                        <p:attrNameLst>
                                          <p:attrName>ppt_x</p:attrName>
                                        </p:attrNameLst>
                                      </p:cBhvr>
                                      <p:tavLst>
                                        <p:tav tm="0">
                                          <p:val>
                                            <p:strVal val="#ppt_x"/>
                                          </p:val>
                                        </p:tav>
                                        <p:tav tm="100000">
                                          <p:val>
                                            <p:strVal val="#ppt_x"/>
                                          </p:val>
                                        </p:tav>
                                      </p:tavLst>
                                    </p:anim>
                                    <p:anim calcmode="lin" valueType="num">
                                      <p:cBhvr>
                                        <p:cTn id="9" dur="1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2" presetClass="entr" presetSubtype="8" fill="hold" nodeType="afterEffect">
                                  <p:stCondLst>
                                    <p:cond delay="10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200" fill="hold"/>
                                        <p:tgtEl>
                                          <p:spTgt spid="13"/>
                                        </p:tgtEl>
                                        <p:attrNameLst>
                                          <p:attrName>ppt_x</p:attrName>
                                        </p:attrNameLst>
                                      </p:cBhvr>
                                      <p:tavLst>
                                        <p:tav tm="0">
                                          <p:val>
                                            <p:strVal val="0-#ppt_w/2"/>
                                          </p:val>
                                        </p:tav>
                                        <p:tav tm="100000">
                                          <p:val>
                                            <p:strVal val="#ppt_x"/>
                                          </p:val>
                                        </p:tav>
                                      </p:tavLst>
                                    </p:anim>
                                    <p:anim calcmode="lin" valueType="num">
                                      <p:cBhvr additive="base">
                                        <p:cTn id="14" dur="200" fill="hold"/>
                                        <p:tgtEl>
                                          <p:spTgt spid="13"/>
                                        </p:tgtEl>
                                        <p:attrNameLst>
                                          <p:attrName>ppt_y</p:attrName>
                                        </p:attrNameLst>
                                      </p:cBhvr>
                                      <p:tavLst>
                                        <p:tav tm="0">
                                          <p:val>
                                            <p:strVal val="#ppt_y"/>
                                          </p:val>
                                        </p:tav>
                                        <p:tav tm="100000">
                                          <p:val>
                                            <p:strVal val="#ppt_y"/>
                                          </p:val>
                                        </p:tav>
                                      </p:tavLst>
                                    </p:anim>
                                  </p:childTnLst>
                                </p:cTn>
                              </p:par>
                            </p:childTnLst>
                          </p:cTn>
                        </p:par>
                        <p:par>
                          <p:cTn id="15" fill="hold">
                            <p:stCondLst>
                              <p:cond delay="550"/>
                            </p:stCondLst>
                            <p:childTnLst>
                              <p:par>
                                <p:cTn id="16" presetID="10" presetClass="entr" presetSubtype="0" fill="hold" grpId="0" nodeType="afterEffect">
                                  <p:stCondLst>
                                    <p:cond delay="10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fade">
                                      <p:cBhvr>
                                        <p:cTn id="18" dur="100"/>
                                        <p:tgtEl>
                                          <p:spTgt spid="11">
                                            <p:txEl>
                                              <p:pRg st="0" end="0"/>
                                            </p:txEl>
                                          </p:spTgt>
                                        </p:tgtEl>
                                      </p:cBhvr>
                                    </p:animEffect>
                                  </p:childTnLst>
                                </p:cTn>
                              </p:par>
                            </p:childTnLst>
                          </p:cTn>
                        </p:par>
                        <p:par>
                          <p:cTn id="19" fill="hold">
                            <p:stCondLst>
                              <p:cond delay="750"/>
                            </p:stCondLst>
                            <p:childTnLst>
                              <p:par>
                                <p:cTn id="20" presetID="10" presetClass="entr" presetSubtype="0" fill="hold" grpId="0" nodeType="afterEffect">
                                  <p:stCondLst>
                                    <p:cond delay="100"/>
                                  </p:stCondLst>
                                  <p:childTnLst>
                                    <p:set>
                                      <p:cBhvr>
                                        <p:cTn id="21" dur="1" fill="hold">
                                          <p:stCondLst>
                                            <p:cond delay="0"/>
                                          </p:stCondLst>
                                        </p:cTn>
                                        <p:tgtEl>
                                          <p:spTgt spid="11">
                                            <p:txEl>
                                              <p:pRg st="1" end="1"/>
                                            </p:txEl>
                                          </p:spTgt>
                                        </p:tgtEl>
                                        <p:attrNameLst>
                                          <p:attrName>style.visibility</p:attrName>
                                        </p:attrNameLst>
                                      </p:cBhvr>
                                      <p:to>
                                        <p:strVal val="visible"/>
                                      </p:to>
                                    </p:set>
                                    <p:animEffect transition="in" filter="fade">
                                      <p:cBhvr>
                                        <p:cTn id="22" dur="100"/>
                                        <p:tgtEl>
                                          <p:spTgt spid="11">
                                            <p:txEl>
                                              <p:pRg st="1" end="1"/>
                                            </p:txEl>
                                          </p:spTgt>
                                        </p:tgtEl>
                                      </p:cBhvr>
                                    </p:animEffect>
                                  </p:childTnLst>
                                </p:cTn>
                              </p:par>
                            </p:childTnLst>
                          </p:cTn>
                        </p:par>
                        <p:par>
                          <p:cTn id="23" fill="hold">
                            <p:stCondLst>
                              <p:cond delay="950"/>
                            </p:stCondLst>
                            <p:childTnLst>
                              <p:par>
                                <p:cTn id="24" presetID="10" presetClass="entr" presetSubtype="0" fill="hold" grpId="0" nodeType="afterEffect">
                                  <p:stCondLst>
                                    <p:cond delay="100"/>
                                  </p:stCondLst>
                                  <p:childTnLst>
                                    <p:set>
                                      <p:cBhvr>
                                        <p:cTn id="25" dur="1" fill="hold">
                                          <p:stCondLst>
                                            <p:cond delay="0"/>
                                          </p:stCondLst>
                                        </p:cTn>
                                        <p:tgtEl>
                                          <p:spTgt spid="11">
                                            <p:txEl>
                                              <p:pRg st="2" end="2"/>
                                            </p:txEl>
                                          </p:spTgt>
                                        </p:tgtEl>
                                        <p:attrNameLst>
                                          <p:attrName>style.visibility</p:attrName>
                                        </p:attrNameLst>
                                      </p:cBhvr>
                                      <p:to>
                                        <p:strVal val="visible"/>
                                      </p:to>
                                    </p:set>
                                    <p:animEffect transition="in" filter="fade">
                                      <p:cBhvr>
                                        <p:cTn id="26" dur="100"/>
                                        <p:tgtEl>
                                          <p:spTgt spid="11">
                                            <p:txEl>
                                              <p:pRg st="2" end="2"/>
                                            </p:txEl>
                                          </p:spTgt>
                                        </p:tgtEl>
                                      </p:cBhvr>
                                    </p:animEffect>
                                  </p:childTnLst>
                                </p:cTn>
                              </p:par>
                            </p:childTnLst>
                          </p:cTn>
                        </p:par>
                        <p:par>
                          <p:cTn id="27" fill="hold">
                            <p:stCondLst>
                              <p:cond delay="1150"/>
                            </p:stCondLst>
                            <p:childTnLst>
                              <p:par>
                                <p:cTn id="28" presetID="10" presetClass="entr" presetSubtype="0" fill="hold" grpId="0" nodeType="afterEffect">
                                  <p:stCondLst>
                                    <p:cond delay="100"/>
                                  </p:stCondLst>
                                  <p:childTnLst>
                                    <p:set>
                                      <p:cBhvr>
                                        <p:cTn id="29" dur="1" fill="hold">
                                          <p:stCondLst>
                                            <p:cond delay="0"/>
                                          </p:stCondLst>
                                        </p:cTn>
                                        <p:tgtEl>
                                          <p:spTgt spid="11">
                                            <p:txEl>
                                              <p:pRg st="3" end="3"/>
                                            </p:txEl>
                                          </p:spTgt>
                                        </p:tgtEl>
                                        <p:attrNameLst>
                                          <p:attrName>style.visibility</p:attrName>
                                        </p:attrNameLst>
                                      </p:cBhvr>
                                      <p:to>
                                        <p:strVal val="visible"/>
                                      </p:to>
                                    </p:set>
                                    <p:animEffect transition="in" filter="fade">
                                      <p:cBhvr>
                                        <p:cTn id="30" dur="100"/>
                                        <p:tgtEl>
                                          <p:spTgt spid="11">
                                            <p:txEl>
                                              <p:pRg st="3" end="3"/>
                                            </p:txEl>
                                          </p:spTgt>
                                        </p:tgtEl>
                                      </p:cBhvr>
                                    </p:animEffect>
                                  </p:childTnLst>
                                </p:cTn>
                              </p:par>
                            </p:childTnLst>
                          </p:cTn>
                        </p:par>
                        <p:par>
                          <p:cTn id="31" fill="hold">
                            <p:stCondLst>
                              <p:cond delay="1350"/>
                            </p:stCondLst>
                            <p:childTnLst>
                              <p:par>
                                <p:cTn id="32" presetID="10" presetClass="entr" presetSubtype="0" fill="hold" grpId="0" nodeType="afterEffect">
                                  <p:stCondLst>
                                    <p:cond delay="100"/>
                                  </p:stCondLst>
                                  <p:childTnLst>
                                    <p:set>
                                      <p:cBhvr>
                                        <p:cTn id="33" dur="1" fill="hold">
                                          <p:stCondLst>
                                            <p:cond delay="0"/>
                                          </p:stCondLst>
                                        </p:cTn>
                                        <p:tgtEl>
                                          <p:spTgt spid="11">
                                            <p:txEl>
                                              <p:pRg st="4" end="4"/>
                                            </p:txEl>
                                          </p:spTgt>
                                        </p:tgtEl>
                                        <p:attrNameLst>
                                          <p:attrName>style.visibility</p:attrName>
                                        </p:attrNameLst>
                                      </p:cBhvr>
                                      <p:to>
                                        <p:strVal val="visible"/>
                                      </p:to>
                                    </p:set>
                                    <p:animEffect transition="in" filter="fade">
                                      <p:cBhvr>
                                        <p:cTn id="34" dur="1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build="p">
        <p:tmplLst>
          <p:tmpl lvl="1">
            <p:tnLst>
              <p:par>
                <p:cTn presetID="10" presetClass="entr" presetSubtype="0" fill="hold" nodeType="afterEffect">
                  <p:stCondLst>
                    <p:cond delay="100"/>
                  </p:stCondLst>
                  <p:childTnLst>
                    <p:set>
                      <p:cBhvr>
                        <p:cTn dur="1" fill="hold">
                          <p:stCondLst>
                            <p:cond delay="0"/>
                          </p:stCondLst>
                        </p:cTn>
                        <p:tgtEl>
                          <p:spTgt spid="11"/>
                        </p:tgtEl>
                        <p:attrNameLst>
                          <p:attrName>style.visibility</p:attrName>
                        </p:attrNameLst>
                      </p:cBhvr>
                      <p:to>
                        <p:strVal val="visible"/>
                      </p:to>
                    </p:set>
                    <p:animEffect transition="in" filter="fade">
                      <p:cBhvr>
                        <p:cTn dur="100"/>
                        <p:tgtEl>
                          <p:spTgt spid="11"/>
                        </p:tgtEl>
                      </p:cBhvr>
                    </p:animEffect>
                  </p:childTnLst>
                </p:cTn>
              </p:par>
            </p:tnLst>
          </p:tmpl>
          <p:tmpl lvl="2">
            <p:tnLst>
              <p:par>
                <p:cTn presetID="10" presetClass="entr" presetSubtype="0" fill="hold" nodeType="afterEffect">
                  <p:stCondLst>
                    <p:cond delay="100"/>
                  </p:stCondLst>
                  <p:childTnLst>
                    <p:set>
                      <p:cBhvr>
                        <p:cTn dur="1" fill="hold">
                          <p:stCondLst>
                            <p:cond delay="0"/>
                          </p:stCondLst>
                        </p:cTn>
                        <p:tgtEl>
                          <p:spTgt spid="11"/>
                        </p:tgtEl>
                        <p:attrNameLst>
                          <p:attrName>style.visibility</p:attrName>
                        </p:attrNameLst>
                      </p:cBhvr>
                      <p:to>
                        <p:strVal val="visible"/>
                      </p:to>
                    </p:set>
                    <p:animEffect transition="in" filter="fade">
                      <p:cBhvr>
                        <p:cTn dur="100"/>
                        <p:tgtEl>
                          <p:spTgt spid="11"/>
                        </p:tgtEl>
                      </p:cBhvr>
                    </p:animEffect>
                  </p:childTnLst>
                </p:cTn>
              </p:par>
            </p:tnLst>
          </p:tmpl>
          <p:tmpl lvl="3">
            <p:tnLst>
              <p:par>
                <p:cTn presetID="10" presetClass="entr" presetSubtype="0" fill="hold" nodeType="afterEffect">
                  <p:stCondLst>
                    <p:cond delay="100"/>
                  </p:stCondLst>
                  <p:childTnLst>
                    <p:set>
                      <p:cBhvr>
                        <p:cTn dur="1" fill="hold">
                          <p:stCondLst>
                            <p:cond delay="0"/>
                          </p:stCondLst>
                        </p:cTn>
                        <p:tgtEl>
                          <p:spTgt spid="11"/>
                        </p:tgtEl>
                        <p:attrNameLst>
                          <p:attrName>style.visibility</p:attrName>
                        </p:attrNameLst>
                      </p:cBhvr>
                      <p:to>
                        <p:strVal val="visible"/>
                      </p:to>
                    </p:set>
                    <p:animEffect transition="in" filter="fade">
                      <p:cBhvr>
                        <p:cTn dur="100"/>
                        <p:tgtEl>
                          <p:spTgt spid="11"/>
                        </p:tgtEl>
                      </p:cBhvr>
                    </p:animEffect>
                  </p:childTnLst>
                </p:cTn>
              </p:par>
            </p:tnLst>
          </p:tmpl>
          <p:tmpl lvl="4">
            <p:tnLst>
              <p:par>
                <p:cTn presetID="10" presetClass="entr" presetSubtype="0" fill="hold" nodeType="afterEffect">
                  <p:stCondLst>
                    <p:cond delay="100"/>
                  </p:stCondLst>
                  <p:childTnLst>
                    <p:set>
                      <p:cBhvr>
                        <p:cTn dur="1" fill="hold">
                          <p:stCondLst>
                            <p:cond delay="0"/>
                          </p:stCondLst>
                        </p:cTn>
                        <p:tgtEl>
                          <p:spTgt spid="11"/>
                        </p:tgtEl>
                        <p:attrNameLst>
                          <p:attrName>style.visibility</p:attrName>
                        </p:attrNameLst>
                      </p:cBhvr>
                      <p:to>
                        <p:strVal val="visible"/>
                      </p:to>
                    </p:set>
                    <p:animEffect transition="in" filter="fade">
                      <p:cBhvr>
                        <p:cTn dur="100"/>
                        <p:tgtEl>
                          <p:spTgt spid="11"/>
                        </p:tgtEl>
                      </p:cBhvr>
                    </p:animEffect>
                  </p:childTnLst>
                </p:cTn>
              </p:par>
            </p:tnLst>
          </p:tmpl>
          <p:tmpl lvl="5">
            <p:tnLst>
              <p:par>
                <p:cTn presetID="10" presetClass="entr" presetSubtype="0" fill="hold" nodeType="afterEffect">
                  <p:stCondLst>
                    <p:cond delay="100"/>
                  </p:stCondLst>
                  <p:childTnLst>
                    <p:set>
                      <p:cBhvr>
                        <p:cTn dur="1" fill="hold">
                          <p:stCondLst>
                            <p:cond delay="0"/>
                          </p:stCondLst>
                        </p:cTn>
                        <p:tgtEl>
                          <p:spTgt spid="11"/>
                        </p:tgtEl>
                        <p:attrNameLst>
                          <p:attrName>style.visibility</p:attrName>
                        </p:attrNameLst>
                      </p:cBhvr>
                      <p:to>
                        <p:strVal val="visible"/>
                      </p:to>
                    </p:set>
                    <p:animEffect transition="in" filter="fade">
                      <p:cBhvr>
                        <p:cTn dur="100"/>
                        <p:tgtEl>
                          <p:spTgt spid="11"/>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ee afbeeldingen">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a:xfrm>
            <a:off x="6291943" y="6296477"/>
            <a:ext cx="3383901" cy="365125"/>
          </a:xfrm>
        </p:spPr>
        <p:txBody>
          <a:bodyPr/>
          <a:lstStyle/>
          <a:p>
            <a:endParaRPr lang="nl-NL"/>
          </a:p>
        </p:txBody>
      </p:sp>
      <p:sp>
        <p:nvSpPr>
          <p:cNvPr id="12" name="Tijdelijke aanduiding voor afbeelding 3">
            <a:extLst>
              <a:ext uri="{FF2B5EF4-FFF2-40B4-BE49-F238E27FC236}">
                <a16:creationId xmlns:a16="http://schemas.microsoft.com/office/drawing/2014/main" id="{BFA84CA2-9E37-4908-95BB-77BEE9F41707}"/>
              </a:ext>
            </a:extLst>
          </p:cNvPr>
          <p:cNvSpPr>
            <a:spLocks noGrp="1"/>
          </p:cNvSpPr>
          <p:nvPr>
            <p:ph type="pic" sz="quarter" idx="13" hasCustomPrompt="1"/>
          </p:nvPr>
        </p:nvSpPr>
        <p:spPr>
          <a:xfrm>
            <a:off x="6291943" y="385763"/>
            <a:ext cx="5519057" cy="5714300"/>
          </a:xfrm>
          <a:solidFill>
            <a:schemeClr val="bg1">
              <a:lumMod val="95000"/>
            </a:schemeClr>
          </a:solidFill>
        </p:spPr>
        <p:txBody>
          <a:bodyPr lIns="144000" tIns="504000"/>
          <a:lstStyle>
            <a:lvl1pPr algn="ctr">
              <a:defRPr sz="18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sp>
        <p:nvSpPr>
          <p:cNvPr id="16" name="Tijdelijke aanduiding voor afbeelding 3">
            <a:extLst>
              <a:ext uri="{FF2B5EF4-FFF2-40B4-BE49-F238E27FC236}">
                <a16:creationId xmlns:a16="http://schemas.microsoft.com/office/drawing/2014/main" id="{EC64B1D2-4720-4213-9A28-5C1630EC39C1}"/>
              </a:ext>
            </a:extLst>
          </p:cNvPr>
          <p:cNvSpPr>
            <a:spLocks noGrp="1"/>
          </p:cNvSpPr>
          <p:nvPr>
            <p:ph type="pic" sz="quarter" idx="14" hasCustomPrompt="1"/>
          </p:nvPr>
        </p:nvSpPr>
        <p:spPr>
          <a:xfrm>
            <a:off x="381001" y="385763"/>
            <a:ext cx="5519057" cy="5714300"/>
          </a:xfrm>
          <a:solidFill>
            <a:schemeClr val="bg1">
              <a:lumMod val="95000"/>
            </a:schemeClr>
          </a:solidFill>
        </p:spPr>
        <p:txBody>
          <a:bodyPr lIns="144000" tIns="504000"/>
          <a:lstStyle>
            <a:lvl1pPr algn="ctr">
              <a:defRPr sz="18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sp>
        <p:nvSpPr>
          <p:cNvPr id="7" name="Tijdelijke aanduiding voor tekst 6">
            <a:extLst>
              <a:ext uri="{FF2B5EF4-FFF2-40B4-BE49-F238E27FC236}">
                <a16:creationId xmlns:a16="http://schemas.microsoft.com/office/drawing/2014/main" id="{432F3CD7-3FE0-4597-B7A3-A98713D6747E}"/>
              </a:ext>
            </a:extLst>
          </p:cNvPr>
          <p:cNvSpPr>
            <a:spLocks noGrp="1"/>
          </p:cNvSpPr>
          <p:nvPr>
            <p:ph type="body" sz="quarter" idx="15" hasCustomPrompt="1"/>
          </p:nvPr>
        </p:nvSpPr>
        <p:spPr>
          <a:xfrm>
            <a:off x="381001" y="6296025"/>
            <a:ext cx="5519057" cy="365125"/>
          </a:xfrm>
        </p:spPr>
        <p:txBody>
          <a:bodyPr anchor="ctr">
            <a:normAutofit/>
          </a:bodyPr>
          <a:lstStyle>
            <a:lvl1pPr>
              <a:defRPr sz="1400" b="1">
                <a:latin typeface="Segoe UI Light" panose="020B0502040204020203" pitchFamily="34" charset="0"/>
                <a:cs typeface="Segoe UI Light" panose="020B0502040204020203" pitchFamily="34" charset="0"/>
              </a:defRPr>
            </a:lvl1pPr>
          </a:lstStyle>
          <a:p>
            <a:pPr lvl="0"/>
            <a:r>
              <a:rPr lang="nl-NL" dirty="0"/>
              <a:t>Toelichting</a:t>
            </a:r>
          </a:p>
        </p:txBody>
      </p:sp>
      <p:sp>
        <p:nvSpPr>
          <p:cNvPr id="17" name="Tijdelijke aanduiding voor dianummer 5">
            <a:extLst>
              <a:ext uri="{FF2B5EF4-FFF2-40B4-BE49-F238E27FC236}">
                <a16:creationId xmlns:a16="http://schemas.microsoft.com/office/drawing/2014/main" id="{C050660D-957D-4D35-A924-913DA720EB79}"/>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18340899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fbeelding met toelichting">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a:xfrm>
            <a:off x="6291943" y="6296477"/>
            <a:ext cx="3383901" cy="365125"/>
          </a:xfrm>
        </p:spPr>
        <p:txBody>
          <a:bodyPr/>
          <a:lstStyle/>
          <a:p>
            <a:endParaRPr lang="nl-NL"/>
          </a:p>
        </p:txBody>
      </p:sp>
      <p:sp>
        <p:nvSpPr>
          <p:cNvPr id="12" name="Tijdelijke aanduiding voor afbeelding 3">
            <a:extLst>
              <a:ext uri="{FF2B5EF4-FFF2-40B4-BE49-F238E27FC236}">
                <a16:creationId xmlns:a16="http://schemas.microsoft.com/office/drawing/2014/main" id="{BFA84CA2-9E37-4908-95BB-77BEE9F41707}"/>
              </a:ext>
            </a:extLst>
          </p:cNvPr>
          <p:cNvSpPr>
            <a:spLocks noGrp="1"/>
          </p:cNvSpPr>
          <p:nvPr>
            <p:ph type="pic" sz="quarter" idx="13" hasCustomPrompt="1"/>
          </p:nvPr>
        </p:nvSpPr>
        <p:spPr>
          <a:xfrm>
            <a:off x="1" y="0"/>
            <a:ext cx="12191998" cy="6100063"/>
          </a:xfrm>
          <a:solidFill>
            <a:schemeClr val="bg1">
              <a:lumMod val="95000"/>
            </a:schemeClr>
          </a:solidFill>
        </p:spPr>
        <p:txBody>
          <a:bodyPr lIns="144000" tIns="504000"/>
          <a:lstStyle>
            <a:lvl1pPr algn="ctr">
              <a:defRPr sz="18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sp>
        <p:nvSpPr>
          <p:cNvPr id="7" name="Tijdelijke aanduiding voor tekst 6">
            <a:extLst>
              <a:ext uri="{FF2B5EF4-FFF2-40B4-BE49-F238E27FC236}">
                <a16:creationId xmlns:a16="http://schemas.microsoft.com/office/drawing/2014/main" id="{432F3CD7-3FE0-4597-B7A3-A98713D6747E}"/>
              </a:ext>
            </a:extLst>
          </p:cNvPr>
          <p:cNvSpPr>
            <a:spLocks noGrp="1"/>
          </p:cNvSpPr>
          <p:nvPr>
            <p:ph type="body" sz="quarter" idx="15" hasCustomPrompt="1"/>
          </p:nvPr>
        </p:nvSpPr>
        <p:spPr>
          <a:xfrm>
            <a:off x="381001" y="6296025"/>
            <a:ext cx="5519057" cy="365125"/>
          </a:xfrm>
        </p:spPr>
        <p:txBody>
          <a:bodyPr anchor="ctr">
            <a:normAutofit/>
          </a:bodyPr>
          <a:lstStyle>
            <a:lvl1pPr>
              <a:defRPr sz="1400" b="1">
                <a:latin typeface="Segoe UI Light" panose="020B0502040204020203" pitchFamily="34" charset="0"/>
                <a:cs typeface="Segoe UI Light" panose="020B0502040204020203" pitchFamily="34" charset="0"/>
              </a:defRPr>
            </a:lvl1pPr>
          </a:lstStyle>
          <a:p>
            <a:pPr lvl="0"/>
            <a:r>
              <a:rPr lang="nl-NL" dirty="0"/>
              <a:t>Toelichting</a:t>
            </a:r>
          </a:p>
        </p:txBody>
      </p:sp>
      <p:sp>
        <p:nvSpPr>
          <p:cNvPr id="8" name="Tijdelijke aanduiding voor dianummer 5">
            <a:extLst>
              <a:ext uri="{FF2B5EF4-FFF2-40B4-BE49-F238E27FC236}">
                <a16:creationId xmlns:a16="http://schemas.microsoft.com/office/drawing/2014/main" id="{04F93A69-C814-4E2F-B041-EE13B009A444}"/>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5890226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Grote afbeelding">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8" name="Tijdelijke aanduiding voor datum 3">
            <a:extLst>
              <a:ext uri="{FF2B5EF4-FFF2-40B4-BE49-F238E27FC236}">
                <a16:creationId xmlns:a16="http://schemas.microsoft.com/office/drawing/2014/main" id="{C12F2739-4854-4FCE-9995-4DAEB8BADA1D}"/>
              </a:ext>
            </a:extLst>
          </p:cNvPr>
          <p:cNvSpPr>
            <a:spLocks noGrp="1"/>
          </p:cNvSpPr>
          <p:nvPr>
            <p:ph type="dt" sz="half" idx="2"/>
          </p:nvPr>
        </p:nvSpPr>
        <p:spPr>
          <a:xfrm>
            <a:off x="9840687" y="6296477"/>
            <a:ext cx="1584549" cy="365125"/>
          </a:xfrm>
          <a:prstGeom prst="rect">
            <a:avLst/>
          </a:prstGeom>
        </p:spPr>
        <p:txBody>
          <a:bodyPr vert="horz" lIns="0" tIns="0" rIns="0" bIns="0" rtlCol="0" anchor="ctr"/>
          <a:lstStyle>
            <a:lvl1pPr algn="l">
              <a:defRPr sz="900">
                <a:solidFill>
                  <a:schemeClr val="bg1"/>
                </a:solidFill>
                <a:latin typeface="Segoe UI Light" panose="020B0502040204020203" pitchFamily="34" charset="0"/>
                <a:cs typeface="Segoe UI Light" panose="020B0502040204020203" pitchFamily="34" charset="0"/>
              </a:defRPr>
            </a:lvl1pPr>
          </a:lstStyle>
          <a:p>
            <a:r>
              <a:rPr lang="nl-NL"/>
              <a:t>d mnd jaar</a:t>
            </a:r>
            <a:endParaRPr lang="nl-NL" dirty="0"/>
          </a:p>
        </p:txBody>
      </p:sp>
      <p:sp>
        <p:nvSpPr>
          <p:cNvPr id="9" name="Tijdelijke aanduiding voor voettekst 4">
            <a:extLst>
              <a:ext uri="{FF2B5EF4-FFF2-40B4-BE49-F238E27FC236}">
                <a16:creationId xmlns:a16="http://schemas.microsoft.com/office/drawing/2014/main" id="{A0FE674D-879A-4BE2-81B5-11BCB63DFFC8}"/>
              </a:ext>
            </a:extLst>
          </p:cNvPr>
          <p:cNvSpPr>
            <a:spLocks noGrp="1"/>
          </p:cNvSpPr>
          <p:nvPr>
            <p:ph type="ftr" sz="quarter" idx="3"/>
          </p:nvPr>
        </p:nvSpPr>
        <p:spPr>
          <a:xfrm>
            <a:off x="5638800" y="6296477"/>
            <a:ext cx="4037044" cy="365125"/>
          </a:xfrm>
          <a:prstGeom prst="rect">
            <a:avLst/>
          </a:prstGeom>
        </p:spPr>
        <p:txBody>
          <a:bodyPr vert="horz" lIns="91440" tIns="45720" rIns="0" bIns="45720" rtlCol="0" anchor="ctr"/>
          <a:lstStyle>
            <a:lvl1pPr algn="r">
              <a:defRPr sz="900">
                <a:solidFill>
                  <a:schemeClr val="bg1"/>
                </a:solidFill>
                <a:latin typeface="Segoe UI Light" panose="020B0502040204020203" pitchFamily="34" charset="0"/>
                <a:cs typeface="Segoe UI Light" panose="020B0502040204020203" pitchFamily="34" charset="0"/>
              </a:defRPr>
            </a:lvl1pPr>
          </a:lstStyle>
          <a:p>
            <a:endParaRPr lang="nl-NL" dirty="0"/>
          </a:p>
        </p:txBody>
      </p:sp>
      <p:sp>
        <p:nvSpPr>
          <p:cNvPr id="11" name="Tekstvak 10">
            <a:extLst>
              <a:ext uri="{FF2B5EF4-FFF2-40B4-BE49-F238E27FC236}">
                <a16:creationId xmlns:a16="http://schemas.microsoft.com/office/drawing/2014/main" id="{2E69294A-E197-4443-9575-9187A24E849A}"/>
              </a:ext>
            </a:extLst>
          </p:cNvPr>
          <p:cNvSpPr txBox="1"/>
          <p:nvPr userDrawn="1"/>
        </p:nvSpPr>
        <p:spPr>
          <a:xfrm>
            <a:off x="9675845" y="6296477"/>
            <a:ext cx="164842" cy="365125"/>
          </a:xfrm>
          <a:prstGeom prst="rect">
            <a:avLst/>
          </a:prstGeom>
          <a:noFill/>
        </p:spPr>
        <p:txBody>
          <a:bodyPr wrap="square" lIns="0" tIns="0" rIns="0" bIns="0" rtlCol="0" anchor="ctr">
            <a:noAutofit/>
          </a:bodyPr>
          <a:lstStyle/>
          <a:p>
            <a:pPr algn="ctr"/>
            <a:r>
              <a:rPr lang="nl-NL" sz="900" dirty="0">
                <a:solidFill>
                  <a:schemeClr val="bg1"/>
                </a:solidFill>
                <a:latin typeface="Segoe UI Light" panose="020B0502040204020203" pitchFamily="34" charset="0"/>
                <a:cs typeface="Segoe UI Light" panose="020B0502040204020203" pitchFamily="34" charset="0"/>
              </a:rPr>
              <a:t>-</a:t>
            </a:r>
          </a:p>
        </p:txBody>
      </p:sp>
      <p:sp>
        <p:nvSpPr>
          <p:cNvPr id="16" name="Tijdelijke aanduiding voor dianummer 5">
            <a:extLst>
              <a:ext uri="{FF2B5EF4-FFF2-40B4-BE49-F238E27FC236}">
                <a16:creationId xmlns:a16="http://schemas.microsoft.com/office/drawing/2014/main" id="{81CC1DE8-494F-46E9-8333-14BA92BD226B}"/>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bg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pic>
        <p:nvPicPr>
          <p:cNvPr id="10" name="Graphic 9">
            <a:extLst>
              <a:ext uri="{FF2B5EF4-FFF2-40B4-BE49-F238E27FC236}">
                <a16:creationId xmlns:a16="http://schemas.microsoft.com/office/drawing/2014/main" id="{7D1089D4-BB62-4CE2-9C04-550579A9987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487600" y="6328800"/>
            <a:ext cx="319425" cy="319425"/>
          </a:xfrm>
          <a:prstGeom prst="rect">
            <a:avLst/>
          </a:prstGeom>
        </p:spPr>
      </p:pic>
    </p:spTree>
    <p:extLst>
      <p:ext uri="{BB962C8B-B14F-4D97-AF65-F5344CB8AC3E}">
        <p14:creationId xmlns:p14="http://schemas.microsoft.com/office/powerpoint/2010/main" val="42073903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jf afbeeldingen">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85F2F693-9F02-426C-9092-6A2FE2BC4CE0}"/>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614C0395-E608-4287-9E0D-A162245D06D6}"/>
              </a:ext>
            </a:extLst>
          </p:cNvPr>
          <p:cNvSpPr>
            <a:spLocks noGrp="1"/>
          </p:cNvSpPr>
          <p:nvPr>
            <p:ph type="ftr" sz="quarter" idx="11"/>
          </p:nvPr>
        </p:nvSpPr>
        <p:spPr>
          <a:xfrm>
            <a:off x="6291943" y="6296477"/>
            <a:ext cx="3383901" cy="365125"/>
          </a:xfrm>
        </p:spPr>
        <p:txBody>
          <a:bodyPr/>
          <a:lstStyle/>
          <a:p>
            <a:endParaRPr lang="nl-NL"/>
          </a:p>
        </p:txBody>
      </p:sp>
      <p:sp>
        <p:nvSpPr>
          <p:cNvPr id="12" name="Tijdelijke aanduiding voor afbeelding 3">
            <a:extLst>
              <a:ext uri="{FF2B5EF4-FFF2-40B4-BE49-F238E27FC236}">
                <a16:creationId xmlns:a16="http://schemas.microsoft.com/office/drawing/2014/main" id="{BFA84CA2-9E37-4908-95BB-77BEE9F41707}"/>
              </a:ext>
            </a:extLst>
          </p:cNvPr>
          <p:cNvSpPr>
            <a:spLocks noGrp="1"/>
          </p:cNvSpPr>
          <p:nvPr>
            <p:ph type="pic" sz="quarter" idx="13" hasCustomPrompt="1"/>
          </p:nvPr>
        </p:nvSpPr>
        <p:spPr>
          <a:xfrm>
            <a:off x="6096000" y="385763"/>
            <a:ext cx="2664000" cy="2665347"/>
          </a:xfrm>
          <a:solidFill>
            <a:schemeClr val="bg1">
              <a:lumMod val="95000"/>
            </a:schemeClr>
          </a:solidFill>
        </p:spPr>
        <p:txBody>
          <a:bodyPr lIns="144000" tIns="504000">
            <a:normAutofit/>
          </a:bodyPr>
          <a:lstStyle>
            <a:lvl1pPr algn="ctr">
              <a:defRPr sz="14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sp>
        <p:nvSpPr>
          <p:cNvPr id="16" name="Tijdelijke aanduiding voor afbeelding 3">
            <a:extLst>
              <a:ext uri="{FF2B5EF4-FFF2-40B4-BE49-F238E27FC236}">
                <a16:creationId xmlns:a16="http://schemas.microsoft.com/office/drawing/2014/main" id="{EC64B1D2-4720-4213-9A28-5C1630EC39C1}"/>
              </a:ext>
            </a:extLst>
          </p:cNvPr>
          <p:cNvSpPr>
            <a:spLocks noGrp="1"/>
          </p:cNvSpPr>
          <p:nvPr>
            <p:ph type="pic" sz="quarter" idx="14" hasCustomPrompt="1"/>
          </p:nvPr>
        </p:nvSpPr>
        <p:spPr>
          <a:xfrm>
            <a:off x="381001" y="385763"/>
            <a:ext cx="5330999" cy="5714300"/>
          </a:xfrm>
          <a:solidFill>
            <a:schemeClr val="bg1">
              <a:lumMod val="95000"/>
            </a:schemeClr>
          </a:solidFill>
        </p:spPr>
        <p:txBody>
          <a:bodyPr lIns="144000" tIns="504000"/>
          <a:lstStyle>
            <a:lvl1pPr algn="ctr">
              <a:defRPr sz="18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sp>
        <p:nvSpPr>
          <p:cNvPr id="7" name="Tijdelijke aanduiding voor tekst 6">
            <a:extLst>
              <a:ext uri="{FF2B5EF4-FFF2-40B4-BE49-F238E27FC236}">
                <a16:creationId xmlns:a16="http://schemas.microsoft.com/office/drawing/2014/main" id="{432F3CD7-3FE0-4597-B7A3-A98713D6747E}"/>
              </a:ext>
            </a:extLst>
          </p:cNvPr>
          <p:cNvSpPr>
            <a:spLocks noGrp="1"/>
          </p:cNvSpPr>
          <p:nvPr>
            <p:ph type="body" sz="quarter" idx="15" hasCustomPrompt="1"/>
          </p:nvPr>
        </p:nvSpPr>
        <p:spPr>
          <a:xfrm>
            <a:off x="381001" y="6296025"/>
            <a:ext cx="5519057" cy="365125"/>
          </a:xfrm>
        </p:spPr>
        <p:txBody>
          <a:bodyPr anchor="ctr">
            <a:normAutofit/>
          </a:bodyPr>
          <a:lstStyle>
            <a:lvl1pPr>
              <a:defRPr sz="1400" b="1">
                <a:latin typeface="Segoe UI Light" panose="020B0502040204020203" pitchFamily="34" charset="0"/>
                <a:cs typeface="Segoe UI Light" panose="020B0502040204020203" pitchFamily="34" charset="0"/>
              </a:defRPr>
            </a:lvl1pPr>
          </a:lstStyle>
          <a:p>
            <a:pPr lvl="0"/>
            <a:r>
              <a:rPr lang="nl-NL" dirty="0"/>
              <a:t>Toelichting</a:t>
            </a:r>
          </a:p>
        </p:txBody>
      </p:sp>
      <p:sp>
        <p:nvSpPr>
          <p:cNvPr id="10" name="Tijdelijke aanduiding voor afbeelding 3">
            <a:extLst>
              <a:ext uri="{FF2B5EF4-FFF2-40B4-BE49-F238E27FC236}">
                <a16:creationId xmlns:a16="http://schemas.microsoft.com/office/drawing/2014/main" id="{FE149A8E-F2A1-4E86-9E85-E10BACF50553}"/>
              </a:ext>
            </a:extLst>
          </p:cNvPr>
          <p:cNvSpPr>
            <a:spLocks noGrp="1"/>
          </p:cNvSpPr>
          <p:nvPr>
            <p:ph type="pic" sz="quarter" idx="16" hasCustomPrompt="1"/>
          </p:nvPr>
        </p:nvSpPr>
        <p:spPr>
          <a:xfrm>
            <a:off x="9144000" y="378311"/>
            <a:ext cx="2664000" cy="2665347"/>
          </a:xfrm>
          <a:solidFill>
            <a:schemeClr val="bg1">
              <a:lumMod val="95000"/>
            </a:schemeClr>
          </a:solidFill>
        </p:spPr>
        <p:txBody>
          <a:bodyPr lIns="144000" tIns="504000">
            <a:normAutofit/>
          </a:bodyPr>
          <a:lstStyle>
            <a:lvl1pPr algn="ctr">
              <a:defRPr sz="14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sp>
        <p:nvSpPr>
          <p:cNvPr id="11" name="Tijdelijke aanduiding voor afbeelding 3">
            <a:extLst>
              <a:ext uri="{FF2B5EF4-FFF2-40B4-BE49-F238E27FC236}">
                <a16:creationId xmlns:a16="http://schemas.microsoft.com/office/drawing/2014/main" id="{E838A351-5CA1-43DF-9C9D-CB2E736DF490}"/>
              </a:ext>
            </a:extLst>
          </p:cNvPr>
          <p:cNvSpPr>
            <a:spLocks noGrp="1"/>
          </p:cNvSpPr>
          <p:nvPr>
            <p:ph type="pic" sz="quarter" idx="17" hasCustomPrompt="1"/>
          </p:nvPr>
        </p:nvSpPr>
        <p:spPr>
          <a:xfrm>
            <a:off x="6096000" y="3429000"/>
            <a:ext cx="2664000" cy="2665347"/>
          </a:xfrm>
          <a:solidFill>
            <a:schemeClr val="bg1">
              <a:lumMod val="95000"/>
            </a:schemeClr>
          </a:solidFill>
        </p:spPr>
        <p:txBody>
          <a:bodyPr lIns="144000" tIns="504000">
            <a:normAutofit/>
          </a:bodyPr>
          <a:lstStyle>
            <a:lvl1pPr algn="ctr">
              <a:defRPr sz="14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sp>
        <p:nvSpPr>
          <p:cNvPr id="13" name="Tijdelijke aanduiding voor afbeelding 3">
            <a:extLst>
              <a:ext uri="{FF2B5EF4-FFF2-40B4-BE49-F238E27FC236}">
                <a16:creationId xmlns:a16="http://schemas.microsoft.com/office/drawing/2014/main" id="{68CE5E49-9343-44D8-8D97-6180630CE567}"/>
              </a:ext>
            </a:extLst>
          </p:cNvPr>
          <p:cNvSpPr>
            <a:spLocks noGrp="1"/>
          </p:cNvSpPr>
          <p:nvPr>
            <p:ph type="pic" sz="quarter" idx="18" hasCustomPrompt="1"/>
          </p:nvPr>
        </p:nvSpPr>
        <p:spPr>
          <a:xfrm>
            <a:off x="9144000" y="3421548"/>
            <a:ext cx="2664000" cy="2665347"/>
          </a:xfrm>
          <a:solidFill>
            <a:schemeClr val="bg1">
              <a:lumMod val="95000"/>
            </a:schemeClr>
          </a:solidFill>
        </p:spPr>
        <p:txBody>
          <a:bodyPr lIns="144000" tIns="504000">
            <a:normAutofit/>
          </a:bodyPr>
          <a:lstStyle>
            <a:lvl1pPr algn="ctr">
              <a:defRPr sz="1400">
                <a:solidFill>
                  <a:schemeClr val="bg1">
                    <a:lumMod val="65000"/>
                  </a:schemeClr>
                </a:solidFill>
                <a:latin typeface="Segoe UI Light" panose="020B0502040204020203" pitchFamily="34" charset="0"/>
                <a:cs typeface="Segoe UI Light" panose="020B0502040204020203" pitchFamily="34" charset="0"/>
              </a:defRPr>
            </a:lvl1pPr>
          </a:lstStyle>
          <a:p>
            <a:r>
              <a:rPr lang="nl-NL" dirty="0"/>
              <a:t>Wijzig afbeelding in Goudappel lint</a:t>
            </a:r>
          </a:p>
        </p:txBody>
      </p:sp>
      <p:sp>
        <p:nvSpPr>
          <p:cNvPr id="14" name="Tijdelijke aanduiding voor dianummer 5">
            <a:extLst>
              <a:ext uri="{FF2B5EF4-FFF2-40B4-BE49-F238E27FC236}">
                <a16:creationId xmlns:a16="http://schemas.microsoft.com/office/drawing/2014/main" id="{B801B695-F2F0-4F1F-939D-63C2C7933AC4}"/>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27653634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Quote van perso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E5879E-B59C-4D92-908D-35937B5BE161}"/>
              </a:ext>
            </a:extLst>
          </p:cNvPr>
          <p:cNvSpPr>
            <a:spLocks noGrp="1"/>
          </p:cNvSpPr>
          <p:nvPr>
            <p:ph type="title" hasCustomPrompt="1"/>
          </p:nvPr>
        </p:nvSpPr>
        <p:spPr>
          <a:xfrm>
            <a:off x="766764" y="1808163"/>
            <a:ext cx="10538050" cy="1887537"/>
          </a:xfrm>
        </p:spPr>
        <p:txBody>
          <a:bodyPr anchor="b"/>
          <a:lstStyle>
            <a:lvl1pPr algn="ctr">
              <a:defRPr sz="3600" spc="0" baseline="0"/>
            </a:lvl1pPr>
          </a:lstStyle>
          <a:p>
            <a:r>
              <a:rPr lang="nl-NL" dirty="0"/>
              <a:t>‘QUOTE VAN EEN PERSOON</a:t>
            </a:r>
          </a:p>
        </p:txBody>
      </p:sp>
      <p:sp>
        <p:nvSpPr>
          <p:cNvPr id="3" name="Tijdelijke aanduiding voor tekst 2">
            <a:extLst>
              <a:ext uri="{FF2B5EF4-FFF2-40B4-BE49-F238E27FC236}">
                <a16:creationId xmlns:a16="http://schemas.microsoft.com/office/drawing/2014/main" id="{E544851E-03C6-43EB-BD7F-167595D3FFD0}"/>
              </a:ext>
            </a:extLst>
          </p:cNvPr>
          <p:cNvSpPr>
            <a:spLocks noGrp="1"/>
          </p:cNvSpPr>
          <p:nvPr>
            <p:ph type="body" idx="1" hasCustomPrompt="1"/>
          </p:nvPr>
        </p:nvSpPr>
        <p:spPr>
          <a:xfrm>
            <a:off x="7053943" y="4299857"/>
            <a:ext cx="4250871" cy="1300843"/>
          </a:xfrm>
        </p:spPr>
        <p:txBody>
          <a:bodyPr>
            <a:noAutofit/>
          </a:bodyPr>
          <a:lstStyle>
            <a:lvl1pPr marL="0" indent="0">
              <a:buNone/>
              <a:defRPr sz="2000" spc="-2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dirty="0"/>
              <a:t>Naam van de persoon</a:t>
            </a:r>
          </a:p>
        </p:txBody>
      </p:sp>
      <p:grpSp>
        <p:nvGrpSpPr>
          <p:cNvPr id="9" name="Groep 8">
            <a:extLst>
              <a:ext uri="{FF2B5EF4-FFF2-40B4-BE49-F238E27FC236}">
                <a16:creationId xmlns:a16="http://schemas.microsoft.com/office/drawing/2014/main" id="{B77B0C24-C1D7-4CEC-AAC3-9288FDA967CB}"/>
              </a:ext>
            </a:extLst>
          </p:cNvPr>
          <p:cNvGrpSpPr/>
          <p:nvPr userDrawn="1"/>
        </p:nvGrpSpPr>
        <p:grpSpPr>
          <a:xfrm>
            <a:off x="7053943" y="4103459"/>
            <a:ext cx="2360386" cy="45719"/>
            <a:chOff x="0" y="1471262"/>
            <a:chExt cx="6471285" cy="76200"/>
          </a:xfrm>
        </p:grpSpPr>
        <p:sp>
          <p:nvSpPr>
            <p:cNvPr id="10" name="object 2">
              <a:extLst>
                <a:ext uri="{FF2B5EF4-FFF2-40B4-BE49-F238E27FC236}">
                  <a16:creationId xmlns:a16="http://schemas.microsoft.com/office/drawing/2014/main" id="{22914E72-844C-4B0F-8C21-DC654FE4F5B1}"/>
                </a:ext>
              </a:extLst>
            </p:cNvPr>
            <p:cNvSpPr/>
            <p:nvPr userDrawn="1"/>
          </p:nvSpPr>
          <p:spPr>
            <a:xfrm>
              <a:off x="0" y="14712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sp>
          <p:nvSpPr>
            <p:cNvPr id="11" name="object 3">
              <a:extLst>
                <a:ext uri="{FF2B5EF4-FFF2-40B4-BE49-F238E27FC236}">
                  <a16:creationId xmlns:a16="http://schemas.microsoft.com/office/drawing/2014/main" id="{E6A9C0B0-84E9-498D-8E28-6CCA42141278}"/>
                </a:ext>
              </a:extLst>
            </p:cNvPr>
            <p:cNvSpPr/>
            <p:nvPr userDrawn="1"/>
          </p:nvSpPr>
          <p:spPr>
            <a:xfrm>
              <a:off x="0" y="1547462"/>
              <a:ext cx="6471285" cy="0"/>
            </a:xfrm>
            <a:custGeom>
              <a:avLst/>
              <a:gdLst/>
              <a:ahLst/>
              <a:cxnLst/>
              <a:rect l="l" t="t" r="r" b="b"/>
              <a:pathLst>
                <a:path w="6471285">
                  <a:moveTo>
                    <a:pt x="0" y="0"/>
                  </a:moveTo>
                  <a:lnTo>
                    <a:pt x="6471007" y="0"/>
                  </a:lnTo>
                </a:path>
              </a:pathLst>
            </a:custGeom>
            <a:ln w="20334">
              <a:solidFill>
                <a:srgbClr val="000000"/>
              </a:solidFill>
            </a:ln>
          </p:spPr>
          <p:txBody>
            <a:bodyPr wrap="square" lIns="0" tIns="0" rIns="0" bIns="0" rtlCol="0"/>
            <a:lstStyle/>
            <a:p>
              <a:endParaRPr/>
            </a:p>
          </p:txBody>
        </p:sp>
      </p:grpSp>
      <p:sp>
        <p:nvSpPr>
          <p:cNvPr id="12" name="Tijdelijke aanduiding voor datum 3">
            <a:extLst>
              <a:ext uri="{FF2B5EF4-FFF2-40B4-BE49-F238E27FC236}">
                <a16:creationId xmlns:a16="http://schemas.microsoft.com/office/drawing/2014/main" id="{4D4370E0-1596-452E-A720-BE61A27A97DD}"/>
              </a:ext>
            </a:extLst>
          </p:cNvPr>
          <p:cNvSpPr>
            <a:spLocks noGrp="1"/>
          </p:cNvSpPr>
          <p:nvPr>
            <p:ph type="dt" sz="half" idx="10"/>
          </p:nvPr>
        </p:nvSpPr>
        <p:spPr>
          <a:xfrm>
            <a:off x="9840687" y="6296477"/>
            <a:ext cx="1584549" cy="365125"/>
          </a:xfrm>
        </p:spPr>
        <p:txBody>
          <a:bodyPr/>
          <a:lstStyle/>
          <a:p>
            <a:r>
              <a:rPr lang="nl-NL"/>
              <a:t>d mnd jaar</a:t>
            </a:r>
            <a:endParaRPr lang="nl-NL" dirty="0"/>
          </a:p>
        </p:txBody>
      </p:sp>
      <p:sp>
        <p:nvSpPr>
          <p:cNvPr id="13" name="Tijdelijke aanduiding voor voettekst 4">
            <a:extLst>
              <a:ext uri="{FF2B5EF4-FFF2-40B4-BE49-F238E27FC236}">
                <a16:creationId xmlns:a16="http://schemas.microsoft.com/office/drawing/2014/main" id="{5F94D5BD-37EB-48CA-BDD4-73128AF5D63B}"/>
              </a:ext>
            </a:extLst>
          </p:cNvPr>
          <p:cNvSpPr>
            <a:spLocks noGrp="1"/>
          </p:cNvSpPr>
          <p:nvPr>
            <p:ph type="ftr" sz="quarter" idx="11"/>
          </p:nvPr>
        </p:nvSpPr>
        <p:spPr>
          <a:xfrm>
            <a:off x="6291943" y="6296477"/>
            <a:ext cx="3383901" cy="365125"/>
          </a:xfrm>
        </p:spPr>
        <p:txBody>
          <a:bodyPr/>
          <a:lstStyle/>
          <a:p>
            <a:endParaRPr lang="nl-NL"/>
          </a:p>
        </p:txBody>
      </p:sp>
      <p:sp>
        <p:nvSpPr>
          <p:cNvPr id="15" name="Tijdelijke aanduiding voor dianummer 5">
            <a:extLst>
              <a:ext uri="{FF2B5EF4-FFF2-40B4-BE49-F238E27FC236}">
                <a16:creationId xmlns:a16="http://schemas.microsoft.com/office/drawing/2014/main" id="{D0AE2CFE-C594-4FB7-A4AE-62C3CCD52AD0}"/>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1797207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10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00" fill="hold"/>
                                        <p:tgtEl>
                                          <p:spTgt spid="9"/>
                                        </p:tgtEl>
                                        <p:attrNameLst>
                                          <p:attrName>ppt_x</p:attrName>
                                        </p:attrNameLst>
                                      </p:cBhvr>
                                      <p:tavLst>
                                        <p:tav tm="0">
                                          <p:val>
                                            <p:strVal val="0-#ppt_w/2"/>
                                          </p:val>
                                        </p:tav>
                                        <p:tav tm="100000">
                                          <p:val>
                                            <p:strVal val="#ppt_x"/>
                                          </p:val>
                                        </p:tav>
                                      </p:tavLst>
                                    </p:anim>
                                    <p:anim calcmode="lin" valueType="num">
                                      <p:cBhvr additive="base">
                                        <p:cTn id="8" dur="2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EEDF8D-06CC-4EB1-876A-731359F6D6FD}"/>
              </a:ext>
            </a:extLst>
          </p:cNvPr>
          <p:cNvSpPr>
            <a:spLocks noGrp="1"/>
          </p:cNvSpPr>
          <p:nvPr>
            <p:ph type="title" hasCustomPrompt="1"/>
          </p:nvPr>
        </p:nvSpPr>
        <p:spPr/>
        <p:txBody>
          <a:bodyPr/>
          <a:lstStyle/>
          <a:p>
            <a:r>
              <a:rPr lang="nl-NL" dirty="0"/>
              <a:t>KLIK OM STIJL TE BEWERKEN</a:t>
            </a:r>
          </a:p>
        </p:txBody>
      </p:sp>
      <p:sp>
        <p:nvSpPr>
          <p:cNvPr id="3" name="Tijdelijke aanduiding voor datum 2">
            <a:extLst>
              <a:ext uri="{FF2B5EF4-FFF2-40B4-BE49-F238E27FC236}">
                <a16:creationId xmlns:a16="http://schemas.microsoft.com/office/drawing/2014/main" id="{854557D7-8338-495B-A05C-13A631BC3EBC}"/>
              </a:ext>
            </a:extLst>
          </p:cNvPr>
          <p:cNvSpPr>
            <a:spLocks noGrp="1"/>
          </p:cNvSpPr>
          <p:nvPr>
            <p:ph type="dt" sz="half" idx="10"/>
          </p:nvPr>
        </p:nvSpPr>
        <p:spPr/>
        <p:txBody>
          <a:bodyPr/>
          <a:lstStyle/>
          <a:p>
            <a:r>
              <a:rPr lang="nl-NL"/>
              <a:t>d mnd jaar</a:t>
            </a:r>
          </a:p>
        </p:txBody>
      </p:sp>
      <p:sp>
        <p:nvSpPr>
          <p:cNvPr id="4" name="Tijdelijke aanduiding voor voettekst 3">
            <a:extLst>
              <a:ext uri="{FF2B5EF4-FFF2-40B4-BE49-F238E27FC236}">
                <a16:creationId xmlns:a16="http://schemas.microsoft.com/office/drawing/2014/main" id="{EB280867-0780-4F5D-A695-3A34D8552C9C}"/>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E133D32-763A-42E6-9FDB-2649881E11B2}"/>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622454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5" name="Tijdelijke aanduiding voor datum 2">
            <a:extLst>
              <a:ext uri="{FF2B5EF4-FFF2-40B4-BE49-F238E27FC236}">
                <a16:creationId xmlns:a16="http://schemas.microsoft.com/office/drawing/2014/main" id="{65CD2EAB-69FF-424B-8929-14C6584E8F32}"/>
              </a:ext>
            </a:extLst>
          </p:cNvPr>
          <p:cNvSpPr>
            <a:spLocks noGrp="1"/>
          </p:cNvSpPr>
          <p:nvPr>
            <p:ph type="dt" sz="half" idx="10"/>
          </p:nvPr>
        </p:nvSpPr>
        <p:spPr>
          <a:xfrm>
            <a:off x="9840687" y="6296477"/>
            <a:ext cx="1584549" cy="365125"/>
          </a:xfrm>
        </p:spPr>
        <p:txBody>
          <a:bodyPr/>
          <a:lstStyle/>
          <a:p>
            <a:r>
              <a:rPr lang="nl-NL"/>
              <a:t>d mnd jaar</a:t>
            </a:r>
          </a:p>
        </p:txBody>
      </p:sp>
      <p:sp>
        <p:nvSpPr>
          <p:cNvPr id="6" name="Tijdelijke aanduiding voor voettekst 3">
            <a:extLst>
              <a:ext uri="{FF2B5EF4-FFF2-40B4-BE49-F238E27FC236}">
                <a16:creationId xmlns:a16="http://schemas.microsoft.com/office/drawing/2014/main" id="{2F3B3FB8-C0C7-4E46-A025-837256BB8A51}"/>
              </a:ext>
            </a:extLst>
          </p:cNvPr>
          <p:cNvSpPr>
            <a:spLocks noGrp="1"/>
          </p:cNvSpPr>
          <p:nvPr>
            <p:ph type="ftr" sz="quarter" idx="11"/>
          </p:nvPr>
        </p:nvSpPr>
        <p:spPr>
          <a:xfrm>
            <a:off x="766764" y="6296477"/>
            <a:ext cx="8909080" cy="365125"/>
          </a:xfrm>
        </p:spPr>
        <p:txBody>
          <a:bodyPr/>
          <a:lstStyle/>
          <a:p>
            <a:endParaRPr lang="nl-NL"/>
          </a:p>
        </p:txBody>
      </p:sp>
      <p:sp>
        <p:nvSpPr>
          <p:cNvPr id="8" name="Tijdelijke aanduiding voor dianummer 5">
            <a:extLst>
              <a:ext uri="{FF2B5EF4-FFF2-40B4-BE49-F238E27FC236}">
                <a16:creationId xmlns:a16="http://schemas.microsoft.com/office/drawing/2014/main" id="{0A8355DB-67AD-4CAB-B226-BACE367E2A4E}"/>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Tree>
    <p:extLst>
      <p:ext uri="{BB962C8B-B14F-4D97-AF65-F5344CB8AC3E}">
        <p14:creationId xmlns:p14="http://schemas.microsoft.com/office/powerpoint/2010/main" val="4038847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33938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Logo animatie in PowerPoint">
    <p:bg>
      <p:bgPr>
        <a:solidFill>
          <a:schemeClr val="accent1"/>
        </a:solidFill>
        <a:effectLst/>
      </p:bgPr>
    </p:bg>
    <p:spTree>
      <p:nvGrpSpPr>
        <p:cNvPr id="1" name=""/>
        <p:cNvGrpSpPr/>
        <p:nvPr/>
      </p:nvGrpSpPr>
      <p:grpSpPr>
        <a:xfrm>
          <a:off x="0" y="0"/>
          <a:ext cx="0" cy="0"/>
          <a:chOff x="0" y="0"/>
          <a:chExt cx="0" cy="0"/>
        </a:xfrm>
      </p:grpSpPr>
      <p:grpSp>
        <p:nvGrpSpPr>
          <p:cNvPr id="23" name="Logo compleet">
            <a:extLst>
              <a:ext uri="{FF2B5EF4-FFF2-40B4-BE49-F238E27FC236}">
                <a16:creationId xmlns:a16="http://schemas.microsoft.com/office/drawing/2014/main" id="{E88A1A8D-D395-49D1-ACC5-D6211831C203}"/>
              </a:ext>
            </a:extLst>
          </p:cNvPr>
          <p:cNvGrpSpPr/>
          <p:nvPr userDrawn="1"/>
        </p:nvGrpSpPr>
        <p:grpSpPr>
          <a:xfrm>
            <a:off x="-244928" y="-257152"/>
            <a:ext cx="12509959" cy="7339636"/>
            <a:chOff x="-244928" y="-257152"/>
            <a:chExt cx="12509959" cy="7339636"/>
          </a:xfrm>
        </p:grpSpPr>
        <p:sp>
          <p:nvSpPr>
            <p:cNvPr id="10" name="Vrije vorm: vorm 9">
              <a:extLst>
                <a:ext uri="{FF2B5EF4-FFF2-40B4-BE49-F238E27FC236}">
                  <a16:creationId xmlns:a16="http://schemas.microsoft.com/office/drawing/2014/main" id="{EA4CD4C2-3721-4462-9019-090AAB19184F}"/>
                </a:ext>
              </a:extLst>
            </p:cNvPr>
            <p:cNvSpPr/>
            <p:nvPr/>
          </p:nvSpPr>
          <p:spPr>
            <a:xfrm>
              <a:off x="6730568" y="3008302"/>
              <a:ext cx="734122" cy="4074182"/>
            </a:xfrm>
            <a:custGeom>
              <a:avLst/>
              <a:gdLst>
                <a:gd name="connsiteX0" fmla="*/ 178553 w 734122"/>
                <a:gd name="connsiteY0" fmla="*/ 4074183 h 4074182"/>
                <a:gd name="connsiteX1" fmla="*/ 140718 w 734122"/>
                <a:gd name="connsiteY1" fmla="*/ 4074183 h 4074182"/>
                <a:gd name="connsiteX2" fmla="*/ 140718 w 734122"/>
                <a:gd name="connsiteY2" fmla="*/ 432774 h 4074182"/>
                <a:gd name="connsiteX3" fmla="*/ 147355 w 734122"/>
                <a:gd name="connsiteY3" fmla="*/ 305995 h 4074182"/>
                <a:gd name="connsiteX4" fmla="*/ 367061 w 734122"/>
                <a:gd name="connsiteY4" fmla="*/ 141382 h 4074182"/>
                <a:gd name="connsiteX5" fmla="*/ 586768 w 734122"/>
                <a:gd name="connsiteY5" fmla="*/ 306659 h 4074182"/>
                <a:gd name="connsiteX6" fmla="*/ 593405 w 734122"/>
                <a:gd name="connsiteY6" fmla="*/ 433438 h 4074182"/>
                <a:gd name="connsiteX7" fmla="*/ 586768 w 734122"/>
                <a:gd name="connsiteY7" fmla="*/ 560217 h 4074182"/>
                <a:gd name="connsiteX8" fmla="*/ 367061 w 734122"/>
                <a:gd name="connsiteY8" fmla="*/ 724830 h 4074182"/>
                <a:gd name="connsiteX9" fmla="*/ 298694 w 734122"/>
                <a:gd name="connsiteY9" fmla="*/ 718857 h 4074182"/>
                <a:gd name="connsiteX10" fmla="*/ 305995 w 734122"/>
                <a:gd name="connsiteY10" fmla="*/ 681686 h 4074182"/>
                <a:gd name="connsiteX11" fmla="*/ 367061 w 734122"/>
                <a:gd name="connsiteY11" fmla="*/ 686996 h 4074182"/>
                <a:gd name="connsiteX12" fmla="*/ 548933 w 734122"/>
                <a:gd name="connsiteY12" fmla="*/ 554243 h 4074182"/>
                <a:gd name="connsiteX13" fmla="*/ 554907 w 734122"/>
                <a:gd name="connsiteY13" fmla="*/ 432774 h 4074182"/>
                <a:gd name="connsiteX14" fmla="*/ 548933 w 734122"/>
                <a:gd name="connsiteY14" fmla="*/ 311305 h 4074182"/>
                <a:gd name="connsiteX15" fmla="*/ 367061 w 734122"/>
                <a:gd name="connsiteY15" fmla="*/ 178552 h 4074182"/>
                <a:gd name="connsiteX16" fmla="*/ 185190 w 734122"/>
                <a:gd name="connsiteY16" fmla="*/ 311305 h 4074182"/>
                <a:gd name="connsiteX17" fmla="*/ 179216 w 734122"/>
                <a:gd name="connsiteY17" fmla="*/ 432774 h 4074182"/>
                <a:gd name="connsiteX18" fmla="*/ 179216 w 734122"/>
                <a:gd name="connsiteY18" fmla="*/ 4074183 h 4074182"/>
                <a:gd name="connsiteX19" fmla="*/ 37834 w 734122"/>
                <a:gd name="connsiteY19" fmla="*/ 4074183 h 4074182"/>
                <a:gd name="connsiteX20" fmla="*/ 0 w 734122"/>
                <a:gd name="connsiteY20" fmla="*/ 4074183 h 4074182"/>
                <a:gd name="connsiteX21" fmla="*/ 0 w 734122"/>
                <a:gd name="connsiteY21" fmla="*/ 432774 h 4074182"/>
                <a:gd name="connsiteX22" fmla="*/ 7965 w 734122"/>
                <a:gd name="connsiteY22" fmla="*/ 275462 h 4074182"/>
                <a:gd name="connsiteX23" fmla="*/ 367061 w 734122"/>
                <a:gd name="connsiteY23" fmla="*/ 0 h 4074182"/>
                <a:gd name="connsiteX24" fmla="*/ 726158 w 734122"/>
                <a:gd name="connsiteY24" fmla="*/ 275462 h 4074182"/>
                <a:gd name="connsiteX25" fmla="*/ 734123 w 734122"/>
                <a:gd name="connsiteY25" fmla="*/ 432774 h 4074182"/>
                <a:gd name="connsiteX26" fmla="*/ 726158 w 734122"/>
                <a:gd name="connsiteY26" fmla="*/ 590086 h 4074182"/>
                <a:gd name="connsiteX27" fmla="*/ 367061 w 734122"/>
                <a:gd name="connsiteY27" fmla="*/ 865548 h 4074182"/>
                <a:gd name="connsiteX28" fmla="*/ 300021 w 734122"/>
                <a:gd name="connsiteY28" fmla="*/ 861566 h 4074182"/>
                <a:gd name="connsiteX29" fmla="*/ 304668 w 734122"/>
                <a:gd name="connsiteY29" fmla="*/ 823731 h 4074182"/>
                <a:gd name="connsiteX30" fmla="*/ 366397 w 734122"/>
                <a:gd name="connsiteY30" fmla="*/ 827714 h 4074182"/>
                <a:gd name="connsiteX31" fmla="*/ 688323 w 734122"/>
                <a:gd name="connsiteY31" fmla="*/ 584776 h 4074182"/>
                <a:gd name="connsiteX32" fmla="*/ 695624 w 734122"/>
                <a:gd name="connsiteY32" fmla="*/ 432774 h 4074182"/>
                <a:gd name="connsiteX33" fmla="*/ 688323 w 734122"/>
                <a:gd name="connsiteY33" fmla="*/ 280772 h 4074182"/>
                <a:gd name="connsiteX34" fmla="*/ 366397 w 734122"/>
                <a:gd name="connsiteY34" fmla="*/ 37835 h 4074182"/>
                <a:gd name="connsiteX35" fmla="*/ 44472 w 734122"/>
                <a:gd name="connsiteY35" fmla="*/ 280772 h 4074182"/>
                <a:gd name="connsiteX36" fmla="*/ 37171 w 734122"/>
                <a:gd name="connsiteY36" fmla="*/ 432774 h 4074182"/>
                <a:gd name="connsiteX37" fmla="*/ 37171 w 734122"/>
                <a:gd name="connsiteY37" fmla="*/ 4074183 h 40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34122" h="4074182">
                  <a:moveTo>
                    <a:pt x="178553" y="4074183"/>
                  </a:moveTo>
                  <a:lnTo>
                    <a:pt x="140718" y="4074183"/>
                  </a:lnTo>
                  <a:lnTo>
                    <a:pt x="140718" y="432774"/>
                  </a:lnTo>
                  <a:cubicBezTo>
                    <a:pt x="140718" y="387638"/>
                    <a:pt x="140718" y="348476"/>
                    <a:pt x="147355" y="305995"/>
                  </a:cubicBezTo>
                  <a:cubicBezTo>
                    <a:pt x="157975" y="230990"/>
                    <a:pt x="204439" y="141382"/>
                    <a:pt x="367061" y="141382"/>
                  </a:cubicBezTo>
                  <a:cubicBezTo>
                    <a:pt x="529683" y="141382"/>
                    <a:pt x="576147" y="230990"/>
                    <a:pt x="586768" y="306659"/>
                  </a:cubicBezTo>
                  <a:cubicBezTo>
                    <a:pt x="593405" y="349140"/>
                    <a:pt x="593405" y="388302"/>
                    <a:pt x="593405" y="433438"/>
                  </a:cubicBezTo>
                  <a:cubicBezTo>
                    <a:pt x="593405" y="478574"/>
                    <a:pt x="593405" y="517736"/>
                    <a:pt x="586768" y="560217"/>
                  </a:cubicBezTo>
                  <a:cubicBezTo>
                    <a:pt x="576147" y="635222"/>
                    <a:pt x="529683" y="724830"/>
                    <a:pt x="367061" y="724830"/>
                  </a:cubicBezTo>
                  <a:cubicBezTo>
                    <a:pt x="342502" y="724830"/>
                    <a:pt x="319270" y="722839"/>
                    <a:pt x="298694" y="718857"/>
                  </a:cubicBezTo>
                  <a:lnTo>
                    <a:pt x="305995" y="681686"/>
                  </a:lnTo>
                  <a:cubicBezTo>
                    <a:pt x="323916" y="685004"/>
                    <a:pt x="344494" y="686996"/>
                    <a:pt x="367061" y="686996"/>
                  </a:cubicBezTo>
                  <a:cubicBezTo>
                    <a:pt x="477247" y="686996"/>
                    <a:pt x="536985" y="643851"/>
                    <a:pt x="548933" y="554243"/>
                  </a:cubicBezTo>
                  <a:cubicBezTo>
                    <a:pt x="554907" y="513753"/>
                    <a:pt x="554907" y="476583"/>
                    <a:pt x="554907" y="432774"/>
                  </a:cubicBezTo>
                  <a:cubicBezTo>
                    <a:pt x="554907" y="388966"/>
                    <a:pt x="554907" y="351131"/>
                    <a:pt x="548933" y="311305"/>
                  </a:cubicBezTo>
                  <a:cubicBezTo>
                    <a:pt x="536321" y="221697"/>
                    <a:pt x="476582" y="178552"/>
                    <a:pt x="367061" y="178552"/>
                  </a:cubicBezTo>
                  <a:cubicBezTo>
                    <a:pt x="256876" y="178552"/>
                    <a:pt x="197138" y="221697"/>
                    <a:pt x="185190" y="311305"/>
                  </a:cubicBezTo>
                  <a:cubicBezTo>
                    <a:pt x="179216" y="351795"/>
                    <a:pt x="179216" y="388966"/>
                    <a:pt x="179216" y="432774"/>
                  </a:cubicBezTo>
                  <a:lnTo>
                    <a:pt x="179216" y="4074183"/>
                  </a:lnTo>
                  <a:close/>
                  <a:moveTo>
                    <a:pt x="37834" y="4074183"/>
                  </a:moveTo>
                  <a:lnTo>
                    <a:pt x="0" y="4074183"/>
                  </a:lnTo>
                  <a:lnTo>
                    <a:pt x="0" y="432774"/>
                  </a:lnTo>
                  <a:cubicBezTo>
                    <a:pt x="0" y="372372"/>
                    <a:pt x="1327" y="322589"/>
                    <a:pt x="7965" y="275462"/>
                  </a:cubicBezTo>
                  <a:cubicBezTo>
                    <a:pt x="32525" y="102883"/>
                    <a:pt x="166605" y="0"/>
                    <a:pt x="367061" y="0"/>
                  </a:cubicBezTo>
                  <a:cubicBezTo>
                    <a:pt x="567518" y="0"/>
                    <a:pt x="701598" y="102883"/>
                    <a:pt x="726158" y="275462"/>
                  </a:cubicBezTo>
                  <a:cubicBezTo>
                    <a:pt x="732796" y="322589"/>
                    <a:pt x="734123" y="372372"/>
                    <a:pt x="734123" y="432774"/>
                  </a:cubicBezTo>
                  <a:cubicBezTo>
                    <a:pt x="734123" y="493177"/>
                    <a:pt x="732796" y="542959"/>
                    <a:pt x="726158" y="590086"/>
                  </a:cubicBezTo>
                  <a:cubicBezTo>
                    <a:pt x="701598" y="762665"/>
                    <a:pt x="567518" y="865548"/>
                    <a:pt x="367061" y="865548"/>
                  </a:cubicBezTo>
                  <a:cubicBezTo>
                    <a:pt x="343829" y="865548"/>
                    <a:pt x="321926" y="864221"/>
                    <a:pt x="300021" y="861566"/>
                  </a:cubicBezTo>
                  <a:lnTo>
                    <a:pt x="304668" y="823731"/>
                  </a:lnTo>
                  <a:cubicBezTo>
                    <a:pt x="324581" y="826386"/>
                    <a:pt x="345157" y="827714"/>
                    <a:pt x="366397" y="827714"/>
                  </a:cubicBezTo>
                  <a:cubicBezTo>
                    <a:pt x="546277" y="827714"/>
                    <a:pt x="666419" y="736778"/>
                    <a:pt x="688323" y="584776"/>
                  </a:cubicBezTo>
                  <a:cubicBezTo>
                    <a:pt x="694297" y="539640"/>
                    <a:pt x="695624" y="491186"/>
                    <a:pt x="695624" y="432774"/>
                  </a:cubicBezTo>
                  <a:cubicBezTo>
                    <a:pt x="695624" y="374363"/>
                    <a:pt x="694297" y="325245"/>
                    <a:pt x="688323" y="280772"/>
                  </a:cubicBezTo>
                  <a:cubicBezTo>
                    <a:pt x="667083" y="128770"/>
                    <a:pt x="546277" y="37835"/>
                    <a:pt x="366397" y="37835"/>
                  </a:cubicBezTo>
                  <a:cubicBezTo>
                    <a:pt x="186518" y="37835"/>
                    <a:pt x="66376" y="128770"/>
                    <a:pt x="44472" y="280772"/>
                  </a:cubicBezTo>
                  <a:cubicBezTo>
                    <a:pt x="38498" y="325908"/>
                    <a:pt x="37171" y="374363"/>
                    <a:pt x="37171" y="432774"/>
                  </a:cubicBezTo>
                  <a:lnTo>
                    <a:pt x="37171" y="4074183"/>
                  </a:lnTo>
                  <a:close/>
                </a:path>
              </a:pathLst>
            </a:custGeom>
            <a:solidFill>
              <a:srgbClr val="FFFFFF"/>
            </a:solidFill>
            <a:ln w="6635" cap="flat">
              <a:noFill/>
              <a:prstDash val="solid"/>
              <a:miter/>
            </a:ln>
          </p:spPr>
          <p:txBody>
            <a:bodyPr rtlCol="0" anchor="ctr"/>
            <a:lstStyle/>
            <a:p>
              <a:endParaRPr lang="nl-NL"/>
            </a:p>
          </p:txBody>
        </p:sp>
        <p:sp>
          <p:nvSpPr>
            <p:cNvPr id="11" name="Vrije vorm: vorm 10">
              <a:extLst>
                <a:ext uri="{FF2B5EF4-FFF2-40B4-BE49-F238E27FC236}">
                  <a16:creationId xmlns:a16="http://schemas.microsoft.com/office/drawing/2014/main" id="{FD4ABA49-FA69-4637-9752-2DB63D193E82}"/>
                </a:ext>
              </a:extLst>
            </p:cNvPr>
            <p:cNvSpPr/>
            <p:nvPr/>
          </p:nvSpPr>
          <p:spPr>
            <a:xfrm>
              <a:off x="7679087" y="3008302"/>
              <a:ext cx="734122" cy="4074182"/>
            </a:xfrm>
            <a:custGeom>
              <a:avLst/>
              <a:gdLst>
                <a:gd name="connsiteX0" fmla="*/ 178552 w 734122"/>
                <a:gd name="connsiteY0" fmla="*/ 4074183 h 4074182"/>
                <a:gd name="connsiteX1" fmla="*/ 140718 w 734122"/>
                <a:gd name="connsiteY1" fmla="*/ 4074183 h 4074182"/>
                <a:gd name="connsiteX2" fmla="*/ 140718 w 734122"/>
                <a:gd name="connsiteY2" fmla="*/ 432774 h 4074182"/>
                <a:gd name="connsiteX3" fmla="*/ 147355 w 734122"/>
                <a:gd name="connsiteY3" fmla="*/ 305995 h 4074182"/>
                <a:gd name="connsiteX4" fmla="*/ 367061 w 734122"/>
                <a:gd name="connsiteY4" fmla="*/ 141382 h 4074182"/>
                <a:gd name="connsiteX5" fmla="*/ 586767 w 734122"/>
                <a:gd name="connsiteY5" fmla="*/ 306659 h 4074182"/>
                <a:gd name="connsiteX6" fmla="*/ 593404 w 734122"/>
                <a:gd name="connsiteY6" fmla="*/ 433438 h 4074182"/>
                <a:gd name="connsiteX7" fmla="*/ 586767 w 734122"/>
                <a:gd name="connsiteY7" fmla="*/ 560217 h 4074182"/>
                <a:gd name="connsiteX8" fmla="*/ 367061 w 734122"/>
                <a:gd name="connsiteY8" fmla="*/ 724830 h 4074182"/>
                <a:gd name="connsiteX9" fmla="*/ 298694 w 734122"/>
                <a:gd name="connsiteY9" fmla="*/ 718857 h 4074182"/>
                <a:gd name="connsiteX10" fmla="*/ 305995 w 734122"/>
                <a:gd name="connsiteY10" fmla="*/ 681686 h 4074182"/>
                <a:gd name="connsiteX11" fmla="*/ 367061 w 734122"/>
                <a:gd name="connsiteY11" fmla="*/ 686996 h 4074182"/>
                <a:gd name="connsiteX12" fmla="*/ 548933 w 734122"/>
                <a:gd name="connsiteY12" fmla="*/ 554243 h 4074182"/>
                <a:gd name="connsiteX13" fmla="*/ 554907 w 734122"/>
                <a:gd name="connsiteY13" fmla="*/ 432774 h 4074182"/>
                <a:gd name="connsiteX14" fmla="*/ 548933 w 734122"/>
                <a:gd name="connsiteY14" fmla="*/ 311305 h 4074182"/>
                <a:gd name="connsiteX15" fmla="*/ 367061 w 734122"/>
                <a:gd name="connsiteY15" fmla="*/ 178552 h 4074182"/>
                <a:gd name="connsiteX16" fmla="*/ 185190 w 734122"/>
                <a:gd name="connsiteY16" fmla="*/ 311305 h 4074182"/>
                <a:gd name="connsiteX17" fmla="*/ 179216 w 734122"/>
                <a:gd name="connsiteY17" fmla="*/ 432774 h 4074182"/>
                <a:gd name="connsiteX18" fmla="*/ 179216 w 734122"/>
                <a:gd name="connsiteY18" fmla="*/ 4074183 h 4074182"/>
                <a:gd name="connsiteX19" fmla="*/ 37834 w 734122"/>
                <a:gd name="connsiteY19" fmla="*/ 4074183 h 4074182"/>
                <a:gd name="connsiteX20" fmla="*/ 0 w 734122"/>
                <a:gd name="connsiteY20" fmla="*/ 4074183 h 4074182"/>
                <a:gd name="connsiteX21" fmla="*/ 0 w 734122"/>
                <a:gd name="connsiteY21" fmla="*/ 432774 h 4074182"/>
                <a:gd name="connsiteX22" fmla="*/ 7965 w 734122"/>
                <a:gd name="connsiteY22" fmla="*/ 275462 h 4074182"/>
                <a:gd name="connsiteX23" fmla="*/ 367061 w 734122"/>
                <a:gd name="connsiteY23" fmla="*/ 0 h 4074182"/>
                <a:gd name="connsiteX24" fmla="*/ 726157 w 734122"/>
                <a:gd name="connsiteY24" fmla="*/ 275462 h 4074182"/>
                <a:gd name="connsiteX25" fmla="*/ 734123 w 734122"/>
                <a:gd name="connsiteY25" fmla="*/ 432774 h 4074182"/>
                <a:gd name="connsiteX26" fmla="*/ 726157 w 734122"/>
                <a:gd name="connsiteY26" fmla="*/ 590086 h 4074182"/>
                <a:gd name="connsiteX27" fmla="*/ 367061 w 734122"/>
                <a:gd name="connsiteY27" fmla="*/ 865548 h 4074182"/>
                <a:gd name="connsiteX28" fmla="*/ 300021 w 734122"/>
                <a:gd name="connsiteY28" fmla="*/ 861566 h 4074182"/>
                <a:gd name="connsiteX29" fmla="*/ 304667 w 734122"/>
                <a:gd name="connsiteY29" fmla="*/ 823731 h 4074182"/>
                <a:gd name="connsiteX30" fmla="*/ 366397 w 734122"/>
                <a:gd name="connsiteY30" fmla="*/ 827714 h 4074182"/>
                <a:gd name="connsiteX31" fmla="*/ 688323 w 734122"/>
                <a:gd name="connsiteY31" fmla="*/ 584776 h 4074182"/>
                <a:gd name="connsiteX32" fmla="*/ 695624 w 734122"/>
                <a:gd name="connsiteY32" fmla="*/ 432774 h 4074182"/>
                <a:gd name="connsiteX33" fmla="*/ 688323 w 734122"/>
                <a:gd name="connsiteY33" fmla="*/ 280772 h 4074182"/>
                <a:gd name="connsiteX34" fmla="*/ 366397 w 734122"/>
                <a:gd name="connsiteY34" fmla="*/ 37835 h 4074182"/>
                <a:gd name="connsiteX35" fmla="*/ 44472 w 734122"/>
                <a:gd name="connsiteY35" fmla="*/ 280772 h 4074182"/>
                <a:gd name="connsiteX36" fmla="*/ 37171 w 734122"/>
                <a:gd name="connsiteY36" fmla="*/ 432774 h 4074182"/>
                <a:gd name="connsiteX37" fmla="*/ 37171 w 734122"/>
                <a:gd name="connsiteY37" fmla="*/ 4074183 h 40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34122" h="4074182">
                  <a:moveTo>
                    <a:pt x="178552" y="4074183"/>
                  </a:moveTo>
                  <a:lnTo>
                    <a:pt x="140718" y="4074183"/>
                  </a:lnTo>
                  <a:lnTo>
                    <a:pt x="140718" y="432774"/>
                  </a:lnTo>
                  <a:cubicBezTo>
                    <a:pt x="140718" y="387638"/>
                    <a:pt x="140718" y="348476"/>
                    <a:pt x="147355" y="305995"/>
                  </a:cubicBezTo>
                  <a:cubicBezTo>
                    <a:pt x="157975" y="230990"/>
                    <a:pt x="204439" y="141382"/>
                    <a:pt x="367061" y="141382"/>
                  </a:cubicBezTo>
                  <a:cubicBezTo>
                    <a:pt x="529683" y="141382"/>
                    <a:pt x="576147" y="230990"/>
                    <a:pt x="586767" y="306659"/>
                  </a:cubicBezTo>
                  <a:cubicBezTo>
                    <a:pt x="593404" y="349140"/>
                    <a:pt x="593404" y="388302"/>
                    <a:pt x="593404" y="433438"/>
                  </a:cubicBezTo>
                  <a:cubicBezTo>
                    <a:pt x="593404" y="478574"/>
                    <a:pt x="593404" y="517736"/>
                    <a:pt x="586767" y="560217"/>
                  </a:cubicBezTo>
                  <a:cubicBezTo>
                    <a:pt x="576147" y="635222"/>
                    <a:pt x="529683" y="724830"/>
                    <a:pt x="367061" y="724830"/>
                  </a:cubicBezTo>
                  <a:cubicBezTo>
                    <a:pt x="342502" y="724830"/>
                    <a:pt x="319270" y="722839"/>
                    <a:pt x="298694" y="718857"/>
                  </a:cubicBezTo>
                  <a:lnTo>
                    <a:pt x="305995" y="681686"/>
                  </a:lnTo>
                  <a:cubicBezTo>
                    <a:pt x="323916" y="685004"/>
                    <a:pt x="344493" y="686996"/>
                    <a:pt x="367061" y="686996"/>
                  </a:cubicBezTo>
                  <a:cubicBezTo>
                    <a:pt x="477246" y="686996"/>
                    <a:pt x="536984" y="643851"/>
                    <a:pt x="548933" y="554243"/>
                  </a:cubicBezTo>
                  <a:cubicBezTo>
                    <a:pt x="554907" y="513753"/>
                    <a:pt x="554907" y="476583"/>
                    <a:pt x="554907" y="432774"/>
                  </a:cubicBezTo>
                  <a:cubicBezTo>
                    <a:pt x="554907" y="388966"/>
                    <a:pt x="554907" y="351131"/>
                    <a:pt x="548933" y="311305"/>
                  </a:cubicBezTo>
                  <a:cubicBezTo>
                    <a:pt x="536321" y="221697"/>
                    <a:pt x="476582" y="178552"/>
                    <a:pt x="367061" y="178552"/>
                  </a:cubicBezTo>
                  <a:cubicBezTo>
                    <a:pt x="257540" y="178552"/>
                    <a:pt x="197138" y="221697"/>
                    <a:pt x="185190" y="311305"/>
                  </a:cubicBezTo>
                  <a:cubicBezTo>
                    <a:pt x="179216" y="351795"/>
                    <a:pt x="179216" y="388966"/>
                    <a:pt x="179216" y="432774"/>
                  </a:cubicBezTo>
                  <a:lnTo>
                    <a:pt x="179216" y="4074183"/>
                  </a:lnTo>
                  <a:close/>
                  <a:moveTo>
                    <a:pt x="37834" y="4074183"/>
                  </a:moveTo>
                  <a:lnTo>
                    <a:pt x="0" y="4074183"/>
                  </a:lnTo>
                  <a:lnTo>
                    <a:pt x="0" y="432774"/>
                  </a:lnTo>
                  <a:cubicBezTo>
                    <a:pt x="0" y="372372"/>
                    <a:pt x="1327" y="322589"/>
                    <a:pt x="7965" y="275462"/>
                  </a:cubicBezTo>
                  <a:cubicBezTo>
                    <a:pt x="32524" y="102883"/>
                    <a:pt x="166605" y="0"/>
                    <a:pt x="367061" y="0"/>
                  </a:cubicBezTo>
                  <a:cubicBezTo>
                    <a:pt x="567518" y="0"/>
                    <a:pt x="701598" y="102883"/>
                    <a:pt x="726157" y="275462"/>
                  </a:cubicBezTo>
                  <a:cubicBezTo>
                    <a:pt x="732795" y="322589"/>
                    <a:pt x="734123" y="372372"/>
                    <a:pt x="734123" y="432774"/>
                  </a:cubicBezTo>
                  <a:cubicBezTo>
                    <a:pt x="734123" y="493177"/>
                    <a:pt x="732795" y="542959"/>
                    <a:pt x="726157" y="590086"/>
                  </a:cubicBezTo>
                  <a:cubicBezTo>
                    <a:pt x="701598" y="762665"/>
                    <a:pt x="567518" y="865548"/>
                    <a:pt x="367061" y="865548"/>
                  </a:cubicBezTo>
                  <a:cubicBezTo>
                    <a:pt x="343829" y="865548"/>
                    <a:pt x="321926" y="864221"/>
                    <a:pt x="300021" y="861566"/>
                  </a:cubicBezTo>
                  <a:lnTo>
                    <a:pt x="304667" y="823731"/>
                  </a:lnTo>
                  <a:cubicBezTo>
                    <a:pt x="324580" y="826386"/>
                    <a:pt x="345157" y="827714"/>
                    <a:pt x="366397" y="827714"/>
                  </a:cubicBezTo>
                  <a:cubicBezTo>
                    <a:pt x="546277" y="827714"/>
                    <a:pt x="666418" y="736778"/>
                    <a:pt x="688323" y="584776"/>
                  </a:cubicBezTo>
                  <a:cubicBezTo>
                    <a:pt x="694297" y="539640"/>
                    <a:pt x="695624" y="491186"/>
                    <a:pt x="695624" y="432774"/>
                  </a:cubicBezTo>
                  <a:cubicBezTo>
                    <a:pt x="695624" y="374363"/>
                    <a:pt x="694297" y="325245"/>
                    <a:pt x="688323" y="280772"/>
                  </a:cubicBezTo>
                  <a:cubicBezTo>
                    <a:pt x="667083" y="128770"/>
                    <a:pt x="546277" y="37835"/>
                    <a:pt x="366397" y="37835"/>
                  </a:cubicBezTo>
                  <a:cubicBezTo>
                    <a:pt x="186518" y="37835"/>
                    <a:pt x="66376" y="128770"/>
                    <a:pt x="44472" y="280772"/>
                  </a:cubicBezTo>
                  <a:cubicBezTo>
                    <a:pt x="38498" y="325908"/>
                    <a:pt x="37171" y="374363"/>
                    <a:pt x="37171" y="432774"/>
                  </a:cubicBezTo>
                  <a:lnTo>
                    <a:pt x="37171" y="4074183"/>
                  </a:lnTo>
                  <a:close/>
                </a:path>
              </a:pathLst>
            </a:custGeom>
            <a:solidFill>
              <a:srgbClr val="FFFFFF"/>
            </a:solidFill>
            <a:ln w="6635" cap="flat">
              <a:noFill/>
              <a:prstDash val="solid"/>
              <a:miter/>
            </a:ln>
          </p:spPr>
          <p:txBody>
            <a:bodyPr rtlCol="0" anchor="ctr"/>
            <a:lstStyle/>
            <a:p>
              <a:endParaRPr lang="nl-NL"/>
            </a:p>
          </p:txBody>
        </p:sp>
        <p:sp>
          <p:nvSpPr>
            <p:cNvPr id="12" name="Vrije vorm: vorm 11">
              <a:extLst>
                <a:ext uri="{FF2B5EF4-FFF2-40B4-BE49-F238E27FC236}">
                  <a16:creationId xmlns:a16="http://schemas.microsoft.com/office/drawing/2014/main" id="{B8F7C213-1D07-496A-807A-52B49274AA47}"/>
                </a:ext>
              </a:extLst>
            </p:cNvPr>
            <p:cNvSpPr/>
            <p:nvPr/>
          </p:nvSpPr>
          <p:spPr>
            <a:xfrm>
              <a:off x="3068582" y="3008966"/>
              <a:ext cx="734122" cy="865548"/>
            </a:xfrm>
            <a:custGeom>
              <a:avLst/>
              <a:gdLst>
                <a:gd name="connsiteX0" fmla="*/ 367061 w 734122"/>
                <a:gd name="connsiteY0" fmla="*/ 865548 h 865548"/>
                <a:gd name="connsiteX1" fmla="*/ 7965 w 734122"/>
                <a:gd name="connsiteY1" fmla="*/ 590086 h 865548"/>
                <a:gd name="connsiteX2" fmla="*/ 0 w 734122"/>
                <a:gd name="connsiteY2" fmla="*/ 432774 h 865548"/>
                <a:gd name="connsiteX3" fmla="*/ 7965 w 734122"/>
                <a:gd name="connsiteY3" fmla="*/ 275462 h 865548"/>
                <a:gd name="connsiteX4" fmla="*/ 367061 w 734122"/>
                <a:gd name="connsiteY4" fmla="*/ 0 h 865548"/>
                <a:gd name="connsiteX5" fmla="*/ 726158 w 734122"/>
                <a:gd name="connsiteY5" fmla="*/ 275462 h 865548"/>
                <a:gd name="connsiteX6" fmla="*/ 734123 w 734122"/>
                <a:gd name="connsiteY6" fmla="*/ 432774 h 865548"/>
                <a:gd name="connsiteX7" fmla="*/ 726158 w 734122"/>
                <a:gd name="connsiteY7" fmla="*/ 590086 h 865548"/>
                <a:gd name="connsiteX8" fmla="*/ 367061 w 734122"/>
                <a:gd name="connsiteY8" fmla="*/ 865548 h 865548"/>
                <a:gd name="connsiteX9" fmla="*/ 367061 w 734122"/>
                <a:gd name="connsiteY9" fmla="*/ 37171 h 865548"/>
                <a:gd name="connsiteX10" fmla="*/ 45136 w 734122"/>
                <a:gd name="connsiteY10" fmla="*/ 280108 h 865548"/>
                <a:gd name="connsiteX11" fmla="*/ 37834 w 734122"/>
                <a:gd name="connsiteY11" fmla="*/ 432110 h 865548"/>
                <a:gd name="connsiteX12" fmla="*/ 45136 w 734122"/>
                <a:gd name="connsiteY12" fmla="*/ 584112 h 865548"/>
                <a:gd name="connsiteX13" fmla="*/ 367061 w 734122"/>
                <a:gd name="connsiteY13" fmla="*/ 827050 h 865548"/>
                <a:gd name="connsiteX14" fmla="*/ 688987 w 734122"/>
                <a:gd name="connsiteY14" fmla="*/ 584112 h 865548"/>
                <a:gd name="connsiteX15" fmla="*/ 696288 w 734122"/>
                <a:gd name="connsiteY15" fmla="*/ 432110 h 865548"/>
                <a:gd name="connsiteX16" fmla="*/ 688987 w 734122"/>
                <a:gd name="connsiteY16" fmla="*/ 280108 h 865548"/>
                <a:gd name="connsiteX17" fmla="*/ 367061 w 734122"/>
                <a:gd name="connsiteY17" fmla="*/ 37171 h 865548"/>
                <a:gd name="connsiteX18" fmla="*/ 367061 w 734122"/>
                <a:gd name="connsiteY18" fmla="*/ 724166 h 865548"/>
                <a:gd name="connsiteX19" fmla="*/ 147356 w 734122"/>
                <a:gd name="connsiteY19" fmla="*/ 558889 h 865548"/>
                <a:gd name="connsiteX20" fmla="*/ 140718 w 734122"/>
                <a:gd name="connsiteY20" fmla="*/ 432110 h 865548"/>
                <a:gd name="connsiteX21" fmla="*/ 147356 w 734122"/>
                <a:gd name="connsiteY21" fmla="*/ 305331 h 865548"/>
                <a:gd name="connsiteX22" fmla="*/ 367061 w 734122"/>
                <a:gd name="connsiteY22" fmla="*/ 140718 h 865548"/>
                <a:gd name="connsiteX23" fmla="*/ 586767 w 734122"/>
                <a:gd name="connsiteY23" fmla="*/ 305995 h 865548"/>
                <a:gd name="connsiteX24" fmla="*/ 593405 w 734122"/>
                <a:gd name="connsiteY24" fmla="*/ 432774 h 865548"/>
                <a:gd name="connsiteX25" fmla="*/ 586767 w 734122"/>
                <a:gd name="connsiteY25" fmla="*/ 559553 h 865548"/>
                <a:gd name="connsiteX26" fmla="*/ 367061 w 734122"/>
                <a:gd name="connsiteY26" fmla="*/ 724166 h 865548"/>
                <a:gd name="connsiteX27" fmla="*/ 367061 w 734122"/>
                <a:gd name="connsiteY27" fmla="*/ 178553 h 865548"/>
                <a:gd name="connsiteX28" fmla="*/ 185190 w 734122"/>
                <a:gd name="connsiteY28" fmla="*/ 311305 h 865548"/>
                <a:gd name="connsiteX29" fmla="*/ 179216 w 734122"/>
                <a:gd name="connsiteY29" fmla="*/ 432774 h 865548"/>
                <a:gd name="connsiteX30" fmla="*/ 185190 w 734122"/>
                <a:gd name="connsiteY30" fmla="*/ 554243 h 865548"/>
                <a:gd name="connsiteX31" fmla="*/ 367061 w 734122"/>
                <a:gd name="connsiteY31" fmla="*/ 686996 h 865548"/>
                <a:gd name="connsiteX32" fmla="*/ 548933 w 734122"/>
                <a:gd name="connsiteY32" fmla="*/ 554243 h 865548"/>
                <a:gd name="connsiteX33" fmla="*/ 554907 w 734122"/>
                <a:gd name="connsiteY33" fmla="*/ 432774 h 865548"/>
                <a:gd name="connsiteX34" fmla="*/ 548933 w 734122"/>
                <a:gd name="connsiteY34" fmla="*/ 311305 h 865548"/>
                <a:gd name="connsiteX35" fmla="*/ 367061 w 734122"/>
                <a:gd name="connsiteY35" fmla="*/ 178553 h 865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34122" h="865548">
                  <a:moveTo>
                    <a:pt x="367061" y="865548"/>
                  </a:moveTo>
                  <a:cubicBezTo>
                    <a:pt x="166605" y="865548"/>
                    <a:pt x="32524" y="762665"/>
                    <a:pt x="7965" y="590086"/>
                  </a:cubicBezTo>
                  <a:cubicBezTo>
                    <a:pt x="1327" y="542959"/>
                    <a:pt x="0" y="493177"/>
                    <a:pt x="0" y="432774"/>
                  </a:cubicBezTo>
                  <a:cubicBezTo>
                    <a:pt x="0" y="372371"/>
                    <a:pt x="1327" y="322589"/>
                    <a:pt x="7965" y="275462"/>
                  </a:cubicBezTo>
                  <a:cubicBezTo>
                    <a:pt x="32524" y="102883"/>
                    <a:pt x="166605" y="0"/>
                    <a:pt x="367061" y="0"/>
                  </a:cubicBezTo>
                  <a:cubicBezTo>
                    <a:pt x="567518" y="0"/>
                    <a:pt x="701599" y="102883"/>
                    <a:pt x="726158" y="275462"/>
                  </a:cubicBezTo>
                  <a:cubicBezTo>
                    <a:pt x="732795" y="322589"/>
                    <a:pt x="734123" y="372371"/>
                    <a:pt x="734123" y="432774"/>
                  </a:cubicBezTo>
                  <a:cubicBezTo>
                    <a:pt x="734123" y="493177"/>
                    <a:pt x="732795" y="542959"/>
                    <a:pt x="726158" y="590086"/>
                  </a:cubicBezTo>
                  <a:cubicBezTo>
                    <a:pt x="702262" y="762665"/>
                    <a:pt x="567518" y="865548"/>
                    <a:pt x="367061" y="865548"/>
                  </a:cubicBezTo>
                  <a:close/>
                  <a:moveTo>
                    <a:pt x="367061" y="37171"/>
                  </a:moveTo>
                  <a:cubicBezTo>
                    <a:pt x="187182" y="37171"/>
                    <a:pt x="67040" y="128106"/>
                    <a:pt x="45136" y="280108"/>
                  </a:cubicBezTo>
                  <a:cubicBezTo>
                    <a:pt x="39162" y="325244"/>
                    <a:pt x="37834" y="373699"/>
                    <a:pt x="37834" y="432110"/>
                  </a:cubicBezTo>
                  <a:cubicBezTo>
                    <a:pt x="37834" y="491185"/>
                    <a:pt x="39162" y="539640"/>
                    <a:pt x="45136" y="584112"/>
                  </a:cubicBezTo>
                  <a:cubicBezTo>
                    <a:pt x="66376" y="736114"/>
                    <a:pt x="187182" y="827050"/>
                    <a:pt x="367061" y="827050"/>
                  </a:cubicBezTo>
                  <a:cubicBezTo>
                    <a:pt x="546941" y="827050"/>
                    <a:pt x="667083" y="736114"/>
                    <a:pt x="688987" y="584112"/>
                  </a:cubicBezTo>
                  <a:cubicBezTo>
                    <a:pt x="694961" y="538976"/>
                    <a:pt x="696288" y="490522"/>
                    <a:pt x="696288" y="432110"/>
                  </a:cubicBezTo>
                  <a:cubicBezTo>
                    <a:pt x="696288" y="373035"/>
                    <a:pt x="694961" y="324581"/>
                    <a:pt x="688987" y="280108"/>
                  </a:cubicBezTo>
                  <a:cubicBezTo>
                    <a:pt x="667746" y="128106"/>
                    <a:pt x="546941" y="37171"/>
                    <a:pt x="367061" y="37171"/>
                  </a:cubicBezTo>
                  <a:close/>
                  <a:moveTo>
                    <a:pt x="367061" y="724166"/>
                  </a:moveTo>
                  <a:cubicBezTo>
                    <a:pt x="204439" y="724166"/>
                    <a:pt x="157976" y="634558"/>
                    <a:pt x="147356" y="558889"/>
                  </a:cubicBezTo>
                  <a:cubicBezTo>
                    <a:pt x="140718" y="516408"/>
                    <a:pt x="140718" y="477246"/>
                    <a:pt x="140718" y="432110"/>
                  </a:cubicBezTo>
                  <a:cubicBezTo>
                    <a:pt x="140718" y="386974"/>
                    <a:pt x="140718" y="347812"/>
                    <a:pt x="147356" y="305331"/>
                  </a:cubicBezTo>
                  <a:cubicBezTo>
                    <a:pt x="157976" y="230326"/>
                    <a:pt x="204439" y="140718"/>
                    <a:pt x="367061" y="140718"/>
                  </a:cubicBezTo>
                  <a:cubicBezTo>
                    <a:pt x="529684" y="140718"/>
                    <a:pt x="576147" y="230326"/>
                    <a:pt x="586767" y="305995"/>
                  </a:cubicBezTo>
                  <a:cubicBezTo>
                    <a:pt x="593405" y="348476"/>
                    <a:pt x="593405" y="387638"/>
                    <a:pt x="593405" y="432774"/>
                  </a:cubicBezTo>
                  <a:cubicBezTo>
                    <a:pt x="593405" y="477910"/>
                    <a:pt x="593405" y="517072"/>
                    <a:pt x="586767" y="559553"/>
                  </a:cubicBezTo>
                  <a:cubicBezTo>
                    <a:pt x="576147" y="634558"/>
                    <a:pt x="529684" y="724166"/>
                    <a:pt x="367061" y="724166"/>
                  </a:cubicBezTo>
                  <a:close/>
                  <a:moveTo>
                    <a:pt x="367061" y="178553"/>
                  </a:moveTo>
                  <a:cubicBezTo>
                    <a:pt x="256877" y="178553"/>
                    <a:pt x="197138" y="221697"/>
                    <a:pt x="185190" y="311305"/>
                  </a:cubicBezTo>
                  <a:cubicBezTo>
                    <a:pt x="179216" y="351795"/>
                    <a:pt x="179216" y="388966"/>
                    <a:pt x="179216" y="432774"/>
                  </a:cubicBezTo>
                  <a:cubicBezTo>
                    <a:pt x="179216" y="476582"/>
                    <a:pt x="179216" y="514417"/>
                    <a:pt x="185190" y="554243"/>
                  </a:cubicBezTo>
                  <a:cubicBezTo>
                    <a:pt x="197802" y="643851"/>
                    <a:pt x="257540" y="686996"/>
                    <a:pt x="367061" y="686996"/>
                  </a:cubicBezTo>
                  <a:cubicBezTo>
                    <a:pt x="477246" y="686996"/>
                    <a:pt x="536985" y="643851"/>
                    <a:pt x="548933" y="554243"/>
                  </a:cubicBezTo>
                  <a:cubicBezTo>
                    <a:pt x="554907" y="513753"/>
                    <a:pt x="554907" y="476582"/>
                    <a:pt x="554907" y="432774"/>
                  </a:cubicBezTo>
                  <a:cubicBezTo>
                    <a:pt x="554907" y="388966"/>
                    <a:pt x="554907" y="351131"/>
                    <a:pt x="548933" y="311305"/>
                  </a:cubicBezTo>
                  <a:cubicBezTo>
                    <a:pt x="536985" y="221697"/>
                    <a:pt x="477246" y="178553"/>
                    <a:pt x="367061" y="178553"/>
                  </a:cubicBezTo>
                  <a:close/>
                </a:path>
              </a:pathLst>
            </a:custGeom>
            <a:solidFill>
              <a:srgbClr val="FFFFFF"/>
            </a:solidFill>
            <a:ln w="6635"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A951D42D-E9F9-468C-85CD-D147B6DF5DD4}"/>
                </a:ext>
              </a:extLst>
            </p:cNvPr>
            <p:cNvSpPr/>
            <p:nvPr/>
          </p:nvSpPr>
          <p:spPr>
            <a:xfrm>
              <a:off x="4877339" y="-213608"/>
              <a:ext cx="734122" cy="4088122"/>
            </a:xfrm>
            <a:custGeom>
              <a:avLst/>
              <a:gdLst>
                <a:gd name="connsiteX0" fmla="*/ 367061 w 734122"/>
                <a:gd name="connsiteY0" fmla="*/ 4088123 h 4088122"/>
                <a:gd name="connsiteX1" fmla="*/ 7965 w 734122"/>
                <a:gd name="connsiteY1" fmla="*/ 3812661 h 4088122"/>
                <a:gd name="connsiteX2" fmla="*/ 0 w 734122"/>
                <a:gd name="connsiteY2" fmla="*/ 3655348 h 4088122"/>
                <a:gd name="connsiteX3" fmla="*/ 7965 w 734122"/>
                <a:gd name="connsiteY3" fmla="*/ 3498036 h 4088122"/>
                <a:gd name="connsiteX4" fmla="*/ 367061 w 734122"/>
                <a:gd name="connsiteY4" fmla="*/ 3222574 h 4088122"/>
                <a:gd name="connsiteX5" fmla="*/ 434101 w 734122"/>
                <a:gd name="connsiteY5" fmla="*/ 3226557 h 4088122"/>
                <a:gd name="connsiteX6" fmla="*/ 429455 w 734122"/>
                <a:gd name="connsiteY6" fmla="*/ 3264391 h 4088122"/>
                <a:gd name="connsiteX7" fmla="*/ 367061 w 734122"/>
                <a:gd name="connsiteY7" fmla="*/ 3260409 h 4088122"/>
                <a:gd name="connsiteX8" fmla="*/ 45136 w 734122"/>
                <a:gd name="connsiteY8" fmla="*/ 3503346 h 4088122"/>
                <a:gd name="connsiteX9" fmla="*/ 37835 w 734122"/>
                <a:gd name="connsiteY9" fmla="*/ 3655348 h 4088122"/>
                <a:gd name="connsiteX10" fmla="*/ 45136 w 734122"/>
                <a:gd name="connsiteY10" fmla="*/ 3807350 h 4088122"/>
                <a:gd name="connsiteX11" fmla="*/ 367061 w 734122"/>
                <a:gd name="connsiteY11" fmla="*/ 4050288 h 4088122"/>
                <a:gd name="connsiteX12" fmla="*/ 688987 w 734122"/>
                <a:gd name="connsiteY12" fmla="*/ 3807350 h 4088122"/>
                <a:gd name="connsiteX13" fmla="*/ 696288 w 734122"/>
                <a:gd name="connsiteY13" fmla="*/ 3655348 h 4088122"/>
                <a:gd name="connsiteX14" fmla="*/ 696288 w 734122"/>
                <a:gd name="connsiteY14" fmla="*/ 0 h 4088122"/>
                <a:gd name="connsiteX15" fmla="*/ 734123 w 734122"/>
                <a:gd name="connsiteY15" fmla="*/ 0 h 4088122"/>
                <a:gd name="connsiteX16" fmla="*/ 734123 w 734122"/>
                <a:gd name="connsiteY16" fmla="*/ 3655348 h 4088122"/>
                <a:gd name="connsiteX17" fmla="*/ 726158 w 734122"/>
                <a:gd name="connsiteY17" fmla="*/ 3812661 h 4088122"/>
                <a:gd name="connsiteX18" fmla="*/ 367061 w 734122"/>
                <a:gd name="connsiteY18" fmla="*/ 4088123 h 4088122"/>
                <a:gd name="connsiteX19" fmla="*/ 367061 w 734122"/>
                <a:gd name="connsiteY19" fmla="*/ 3946741 h 4088122"/>
                <a:gd name="connsiteX20" fmla="*/ 147356 w 734122"/>
                <a:gd name="connsiteY20" fmla="*/ 3781464 h 4088122"/>
                <a:gd name="connsiteX21" fmla="*/ 140718 w 734122"/>
                <a:gd name="connsiteY21" fmla="*/ 3654684 h 4088122"/>
                <a:gd name="connsiteX22" fmla="*/ 147356 w 734122"/>
                <a:gd name="connsiteY22" fmla="*/ 3527906 h 4088122"/>
                <a:gd name="connsiteX23" fmla="*/ 367061 w 734122"/>
                <a:gd name="connsiteY23" fmla="*/ 3363292 h 4088122"/>
                <a:gd name="connsiteX24" fmla="*/ 435429 w 734122"/>
                <a:gd name="connsiteY24" fmla="*/ 3369266 h 4088122"/>
                <a:gd name="connsiteX25" fmla="*/ 428128 w 734122"/>
                <a:gd name="connsiteY25" fmla="*/ 3406437 h 4088122"/>
                <a:gd name="connsiteX26" fmla="*/ 367061 w 734122"/>
                <a:gd name="connsiteY26" fmla="*/ 3401127 h 4088122"/>
                <a:gd name="connsiteX27" fmla="*/ 185190 w 734122"/>
                <a:gd name="connsiteY27" fmla="*/ 3533880 h 4088122"/>
                <a:gd name="connsiteX28" fmla="*/ 179216 w 734122"/>
                <a:gd name="connsiteY28" fmla="*/ 3655348 h 4088122"/>
                <a:gd name="connsiteX29" fmla="*/ 185190 w 734122"/>
                <a:gd name="connsiteY29" fmla="*/ 3776817 h 4088122"/>
                <a:gd name="connsiteX30" fmla="*/ 367061 w 734122"/>
                <a:gd name="connsiteY30" fmla="*/ 3909570 h 4088122"/>
                <a:gd name="connsiteX31" fmla="*/ 548933 w 734122"/>
                <a:gd name="connsiteY31" fmla="*/ 3776817 h 4088122"/>
                <a:gd name="connsiteX32" fmla="*/ 554907 w 734122"/>
                <a:gd name="connsiteY32" fmla="*/ 3655348 h 4088122"/>
                <a:gd name="connsiteX33" fmla="*/ 554907 w 734122"/>
                <a:gd name="connsiteY33" fmla="*/ 0 h 4088122"/>
                <a:gd name="connsiteX34" fmla="*/ 592741 w 734122"/>
                <a:gd name="connsiteY34" fmla="*/ 0 h 4088122"/>
                <a:gd name="connsiteX35" fmla="*/ 592741 w 734122"/>
                <a:gd name="connsiteY35" fmla="*/ 3655348 h 4088122"/>
                <a:gd name="connsiteX36" fmla="*/ 586104 w 734122"/>
                <a:gd name="connsiteY36" fmla="*/ 3782127 h 4088122"/>
                <a:gd name="connsiteX37" fmla="*/ 367061 w 734122"/>
                <a:gd name="connsiteY37" fmla="*/ 3946741 h 4088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34122" h="4088122">
                  <a:moveTo>
                    <a:pt x="367061" y="4088123"/>
                  </a:moveTo>
                  <a:cubicBezTo>
                    <a:pt x="166605" y="4088123"/>
                    <a:pt x="32524" y="3985239"/>
                    <a:pt x="7965" y="3812661"/>
                  </a:cubicBezTo>
                  <a:cubicBezTo>
                    <a:pt x="1328" y="3765533"/>
                    <a:pt x="0" y="3715751"/>
                    <a:pt x="0" y="3655348"/>
                  </a:cubicBezTo>
                  <a:cubicBezTo>
                    <a:pt x="0" y="3594946"/>
                    <a:pt x="1328" y="3545163"/>
                    <a:pt x="7965" y="3498036"/>
                  </a:cubicBezTo>
                  <a:cubicBezTo>
                    <a:pt x="32524" y="3325458"/>
                    <a:pt x="166605" y="3222574"/>
                    <a:pt x="367061" y="3222574"/>
                  </a:cubicBezTo>
                  <a:cubicBezTo>
                    <a:pt x="390293" y="3222574"/>
                    <a:pt x="412197" y="3223902"/>
                    <a:pt x="434101" y="3226557"/>
                  </a:cubicBezTo>
                  <a:lnTo>
                    <a:pt x="429455" y="3264391"/>
                  </a:lnTo>
                  <a:cubicBezTo>
                    <a:pt x="409543" y="3261736"/>
                    <a:pt x="388966" y="3260409"/>
                    <a:pt x="367061" y="3260409"/>
                  </a:cubicBezTo>
                  <a:cubicBezTo>
                    <a:pt x="187182" y="3260409"/>
                    <a:pt x="67040" y="3351344"/>
                    <a:pt x="45136" y="3503346"/>
                  </a:cubicBezTo>
                  <a:cubicBezTo>
                    <a:pt x="39162" y="3548482"/>
                    <a:pt x="37835" y="3596937"/>
                    <a:pt x="37835" y="3655348"/>
                  </a:cubicBezTo>
                  <a:cubicBezTo>
                    <a:pt x="37835" y="3714423"/>
                    <a:pt x="39162" y="3762878"/>
                    <a:pt x="45136" y="3807350"/>
                  </a:cubicBezTo>
                  <a:cubicBezTo>
                    <a:pt x="66376" y="3959352"/>
                    <a:pt x="187182" y="4050288"/>
                    <a:pt x="367061" y="4050288"/>
                  </a:cubicBezTo>
                  <a:cubicBezTo>
                    <a:pt x="546941" y="4050288"/>
                    <a:pt x="667083" y="3959352"/>
                    <a:pt x="688987" y="3807350"/>
                  </a:cubicBezTo>
                  <a:cubicBezTo>
                    <a:pt x="694961" y="3762214"/>
                    <a:pt x="696288" y="3713760"/>
                    <a:pt x="696288" y="3655348"/>
                  </a:cubicBezTo>
                  <a:lnTo>
                    <a:pt x="696288" y="0"/>
                  </a:lnTo>
                  <a:lnTo>
                    <a:pt x="734123" y="0"/>
                  </a:lnTo>
                  <a:lnTo>
                    <a:pt x="734123" y="3655348"/>
                  </a:lnTo>
                  <a:cubicBezTo>
                    <a:pt x="734123" y="3715751"/>
                    <a:pt x="732795" y="3765533"/>
                    <a:pt x="726158" y="3812661"/>
                  </a:cubicBezTo>
                  <a:cubicBezTo>
                    <a:pt x="702262" y="3985239"/>
                    <a:pt x="567518" y="4088123"/>
                    <a:pt x="367061" y="4088123"/>
                  </a:cubicBezTo>
                  <a:close/>
                  <a:moveTo>
                    <a:pt x="367061" y="3946741"/>
                  </a:moveTo>
                  <a:cubicBezTo>
                    <a:pt x="204439" y="3946741"/>
                    <a:pt x="157976" y="3857132"/>
                    <a:pt x="147356" y="3781464"/>
                  </a:cubicBezTo>
                  <a:cubicBezTo>
                    <a:pt x="140718" y="3738982"/>
                    <a:pt x="140718" y="3699821"/>
                    <a:pt x="140718" y="3654684"/>
                  </a:cubicBezTo>
                  <a:cubicBezTo>
                    <a:pt x="140718" y="3609548"/>
                    <a:pt x="140718" y="3570387"/>
                    <a:pt x="147356" y="3527906"/>
                  </a:cubicBezTo>
                  <a:cubicBezTo>
                    <a:pt x="157976" y="3452900"/>
                    <a:pt x="204439" y="3363292"/>
                    <a:pt x="367061" y="3363292"/>
                  </a:cubicBezTo>
                  <a:cubicBezTo>
                    <a:pt x="391621" y="3363292"/>
                    <a:pt x="414853" y="3365283"/>
                    <a:pt x="435429" y="3369266"/>
                  </a:cubicBezTo>
                  <a:lnTo>
                    <a:pt x="428128" y="3406437"/>
                  </a:lnTo>
                  <a:cubicBezTo>
                    <a:pt x="410206" y="3403118"/>
                    <a:pt x="389630" y="3401127"/>
                    <a:pt x="367061" y="3401127"/>
                  </a:cubicBezTo>
                  <a:cubicBezTo>
                    <a:pt x="256877" y="3401127"/>
                    <a:pt x="197138" y="3444272"/>
                    <a:pt x="185190" y="3533880"/>
                  </a:cubicBezTo>
                  <a:cubicBezTo>
                    <a:pt x="179216" y="3574369"/>
                    <a:pt x="179216" y="3611540"/>
                    <a:pt x="179216" y="3655348"/>
                  </a:cubicBezTo>
                  <a:cubicBezTo>
                    <a:pt x="179216" y="3699157"/>
                    <a:pt x="179216" y="3736991"/>
                    <a:pt x="185190" y="3776817"/>
                  </a:cubicBezTo>
                  <a:cubicBezTo>
                    <a:pt x="197802" y="3866425"/>
                    <a:pt x="257540" y="3909570"/>
                    <a:pt x="367061" y="3909570"/>
                  </a:cubicBezTo>
                  <a:cubicBezTo>
                    <a:pt x="477246" y="3909570"/>
                    <a:pt x="536985" y="3866425"/>
                    <a:pt x="548933" y="3776817"/>
                  </a:cubicBezTo>
                  <a:cubicBezTo>
                    <a:pt x="554907" y="3736328"/>
                    <a:pt x="554907" y="3699157"/>
                    <a:pt x="554907" y="3655348"/>
                  </a:cubicBezTo>
                  <a:lnTo>
                    <a:pt x="554907" y="0"/>
                  </a:lnTo>
                  <a:lnTo>
                    <a:pt x="592741" y="0"/>
                  </a:lnTo>
                  <a:lnTo>
                    <a:pt x="592741" y="3655348"/>
                  </a:lnTo>
                  <a:cubicBezTo>
                    <a:pt x="592741" y="3700484"/>
                    <a:pt x="592741" y="3739646"/>
                    <a:pt x="586104" y="3782127"/>
                  </a:cubicBezTo>
                  <a:cubicBezTo>
                    <a:pt x="576147" y="3857132"/>
                    <a:pt x="529684" y="3946741"/>
                    <a:pt x="367061" y="3946741"/>
                  </a:cubicBezTo>
                  <a:close/>
                </a:path>
              </a:pathLst>
            </a:custGeom>
            <a:solidFill>
              <a:srgbClr val="FFFFFF"/>
            </a:solidFill>
            <a:ln w="6635" cap="flat">
              <a:noFill/>
              <a:prstDash val="solid"/>
              <a:miter/>
            </a:ln>
          </p:spPr>
          <p:txBody>
            <a:bodyPr rtlCol="0" anchor="ctr"/>
            <a:lstStyle/>
            <a:p>
              <a:endParaRPr lang="nl-NL"/>
            </a:p>
          </p:txBody>
        </p:sp>
        <p:sp>
          <p:nvSpPr>
            <p:cNvPr id="14" name="Vrije vorm: vorm 13">
              <a:extLst>
                <a:ext uri="{FF2B5EF4-FFF2-40B4-BE49-F238E27FC236}">
                  <a16:creationId xmlns:a16="http://schemas.microsoft.com/office/drawing/2014/main" id="{59EB4BFE-DED7-49DE-8648-944BFA89F742}"/>
                </a:ext>
              </a:extLst>
            </p:cNvPr>
            <p:cNvSpPr/>
            <p:nvPr/>
          </p:nvSpPr>
          <p:spPr>
            <a:xfrm>
              <a:off x="3979266" y="-257152"/>
              <a:ext cx="734122" cy="4133921"/>
            </a:xfrm>
            <a:custGeom>
              <a:avLst/>
              <a:gdLst>
                <a:gd name="connsiteX0" fmla="*/ 367061 w 734122"/>
                <a:gd name="connsiteY0" fmla="*/ 4133922 h 4133921"/>
                <a:gd name="connsiteX1" fmla="*/ 7965 w 734122"/>
                <a:gd name="connsiteY1" fmla="*/ 3858460 h 4133921"/>
                <a:gd name="connsiteX2" fmla="*/ 0 w 734122"/>
                <a:gd name="connsiteY2" fmla="*/ 3701148 h 4133921"/>
                <a:gd name="connsiteX3" fmla="*/ 0 w 734122"/>
                <a:gd name="connsiteY3" fmla="*/ 0 h 4133921"/>
                <a:gd name="connsiteX4" fmla="*/ 37834 w 734122"/>
                <a:gd name="connsiteY4" fmla="*/ 0 h 4133921"/>
                <a:gd name="connsiteX5" fmla="*/ 37834 w 734122"/>
                <a:gd name="connsiteY5" fmla="*/ 3700484 h 4133921"/>
                <a:gd name="connsiteX6" fmla="*/ 45136 w 734122"/>
                <a:gd name="connsiteY6" fmla="*/ 3852486 h 4133921"/>
                <a:gd name="connsiteX7" fmla="*/ 367061 w 734122"/>
                <a:gd name="connsiteY7" fmla="*/ 4095424 h 4133921"/>
                <a:gd name="connsiteX8" fmla="*/ 688987 w 734122"/>
                <a:gd name="connsiteY8" fmla="*/ 3852486 h 4133921"/>
                <a:gd name="connsiteX9" fmla="*/ 696288 w 734122"/>
                <a:gd name="connsiteY9" fmla="*/ 3700484 h 4133921"/>
                <a:gd name="connsiteX10" fmla="*/ 696288 w 734122"/>
                <a:gd name="connsiteY10" fmla="*/ 0 h 4133921"/>
                <a:gd name="connsiteX11" fmla="*/ 734123 w 734122"/>
                <a:gd name="connsiteY11" fmla="*/ 0 h 4133921"/>
                <a:gd name="connsiteX12" fmla="*/ 734123 w 734122"/>
                <a:gd name="connsiteY12" fmla="*/ 3700484 h 4133921"/>
                <a:gd name="connsiteX13" fmla="*/ 726158 w 734122"/>
                <a:gd name="connsiteY13" fmla="*/ 3857796 h 4133921"/>
                <a:gd name="connsiteX14" fmla="*/ 367061 w 734122"/>
                <a:gd name="connsiteY14" fmla="*/ 4133922 h 4133921"/>
                <a:gd name="connsiteX15" fmla="*/ 367061 w 734122"/>
                <a:gd name="connsiteY15" fmla="*/ 3992540 h 4133921"/>
                <a:gd name="connsiteX16" fmla="*/ 147355 w 734122"/>
                <a:gd name="connsiteY16" fmla="*/ 3827263 h 4133921"/>
                <a:gd name="connsiteX17" fmla="*/ 140718 w 734122"/>
                <a:gd name="connsiteY17" fmla="*/ 3700484 h 4133921"/>
                <a:gd name="connsiteX18" fmla="*/ 140718 w 734122"/>
                <a:gd name="connsiteY18" fmla="*/ 0 h 4133921"/>
                <a:gd name="connsiteX19" fmla="*/ 178552 w 734122"/>
                <a:gd name="connsiteY19" fmla="*/ 0 h 4133921"/>
                <a:gd name="connsiteX20" fmla="*/ 178552 w 734122"/>
                <a:gd name="connsiteY20" fmla="*/ 3700484 h 4133921"/>
                <a:gd name="connsiteX21" fmla="*/ 184526 w 734122"/>
                <a:gd name="connsiteY21" fmla="*/ 3821953 h 4133921"/>
                <a:gd name="connsiteX22" fmla="*/ 366397 w 734122"/>
                <a:gd name="connsiteY22" fmla="*/ 3954706 h 4133921"/>
                <a:gd name="connsiteX23" fmla="*/ 548269 w 734122"/>
                <a:gd name="connsiteY23" fmla="*/ 3821953 h 4133921"/>
                <a:gd name="connsiteX24" fmla="*/ 554243 w 734122"/>
                <a:gd name="connsiteY24" fmla="*/ 3700484 h 4133921"/>
                <a:gd name="connsiteX25" fmla="*/ 554243 w 734122"/>
                <a:gd name="connsiteY25" fmla="*/ 0 h 4133921"/>
                <a:gd name="connsiteX26" fmla="*/ 592077 w 734122"/>
                <a:gd name="connsiteY26" fmla="*/ 0 h 4133921"/>
                <a:gd name="connsiteX27" fmla="*/ 592077 w 734122"/>
                <a:gd name="connsiteY27" fmla="*/ 3700484 h 4133921"/>
                <a:gd name="connsiteX28" fmla="*/ 585440 w 734122"/>
                <a:gd name="connsiteY28" fmla="*/ 3827263 h 4133921"/>
                <a:gd name="connsiteX29" fmla="*/ 367061 w 734122"/>
                <a:gd name="connsiteY29" fmla="*/ 3992540 h 413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34122" h="4133921">
                  <a:moveTo>
                    <a:pt x="367061" y="4133922"/>
                  </a:moveTo>
                  <a:cubicBezTo>
                    <a:pt x="166605" y="4133922"/>
                    <a:pt x="32524" y="4031039"/>
                    <a:pt x="7965" y="3858460"/>
                  </a:cubicBezTo>
                  <a:cubicBezTo>
                    <a:pt x="1327" y="3811333"/>
                    <a:pt x="0" y="3761551"/>
                    <a:pt x="0" y="3701148"/>
                  </a:cubicBezTo>
                  <a:lnTo>
                    <a:pt x="0" y="0"/>
                  </a:lnTo>
                  <a:lnTo>
                    <a:pt x="37834" y="0"/>
                  </a:lnTo>
                  <a:lnTo>
                    <a:pt x="37834" y="3700484"/>
                  </a:lnTo>
                  <a:cubicBezTo>
                    <a:pt x="37834" y="3759559"/>
                    <a:pt x="39162" y="3808014"/>
                    <a:pt x="45136" y="3852486"/>
                  </a:cubicBezTo>
                  <a:cubicBezTo>
                    <a:pt x="66376" y="4004488"/>
                    <a:pt x="187181" y="4095424"/>
                    <a:pt x="367061" y="4095424"/>
                  </a:cubicBezTo>
                  <a:cubicBezTo>
                    <a:pt x="546941" y="4095424"/>
                    <a:pt x="667083" y="4004488"/>
                    <a:pt x="688987" y="3852486"/>
                  </a:cubicBezTo>
                  <a:cubicBezTo>
                    <a:pt x="694961" y="3807350"/>
                    <a:pt x="696288" y="3758895"/>
                    <a:pt x="696288" y="3700484"/>
                  </a:cubicBezTo>
                  <a:lnTo>
                    <a:pt x="696288" y="0"/>
                  </a:lnTo>
                  <a:lnTo>
                    <a:pt x="734123" y="0"/>
                  </a:lnTo>
                  <a:lnTo>
                    <a:pt x="734123" y="3700484"/>
                  </a:lnTo>
                  <a:cubicBezTo>
                    <a:pt x="734123" y="3760887"/>
                    <a:pt x="732795" y="3810669"/>
                    <a:pt x="726158" y="3857796"/>
                  </a:cubicBezTo>
                  <a:cubicBezTo>
                    <a:pt x="701598" y="4031039"/>
                    <a:pt x="567518" y="4133922"/>
                    <a:pt x="367061" y="4133922"/>
                  </a:cubicBezTo>
                  <a:close/>
                  <a:moveTo>
                    <a:pt x="367061" y="3992540"/>
                  </a:moveTo>
                  <a:cubicBezTo>
                    <a:pt x="204439" y="3992540"/>
                    <a:pt x="157976" y="3902932"/>
                    <a:pt x="147355" y="3827263"/>
                  </a:cubicBezTo>
                  <a:cubicBezTo>
                    <a:pt x="140718" y="3784782"/>
                    <a:pt x="140718" y="3745620"/>
                    <a:pt x="140718" y="3700484"/>
                  </a:cubicBezTo>
                  <a:lnTo>
                    <a:pt x="140718" y="0"/>
                  </a:lnTo>
                  <a:lnTo>
                    <a:pt x="178552" y="0"/>
                  </a:lnTo>
                  <a:lnTo>
                    <a:pt x="178552" y="3700484"/>
                  </a:lnTo>
                  <a:cubicBezTo>
                    <a:pt x="178552" y="3744293"/>
                    <a:pt x="178552" y="3782127"/>
                    <a:pt x="184526" y="3821953"/>
                  </a:cubicBezTo>
                  <a:cubicBezTo>
                    <a:pt x="197138" y="3911561"/>
                    <a:pt x="256876" y="3954706"/>
                    <a:pt x="366397" y="3954706"/>
                  </a:cubicBezTo>
                  <a:cubicBezTo>
                    <a:pt x="476583" y="3954706"/>
                    <a:pt x="536321" y="3911561"/>
                    <a:pt x="548269" y="3821953"/>
                  </a:cubicBezTo>
                  <a:cubicBezTo>
                    <a:pt x="554243" y="3781464"/>
                    <a:pt x="554243" y="3744293"/>
                    <a:pt x="554243" y="3700484"/>
                  </a:cubicBezTo>
                  <a:lnTo>
                    <a:pt x="554243" y="0"/>
                  </a:lnTo>
                  <a:lnTo>
                    <a:pt x="592077" y="0"/>
                  </a:lnTo>
                  <a:lnTo>
                    <a:pt x="592077" y="3700484"/>
                  </a:lnTo>
                  <a:cubicBezTo>
                    <a:pt x="592077" y="3745620"/>
                    <a:pt x="592077" y="3784782"/>
                    <a:pt x="585440" y="3827263"/>
                  </a:cubicBezTo>
                  <a:cubicBezTo>
                    <a:pt x="576147" y="3902932"/>
                    <a:pt x="529020" y="3992540"/>
                    <a:pt x="367061" y="3992540"/>
                  </a:cubicBezTo>
                  <a:close/>
                </a:path>
              </a:pathLst>
            </a:custGeom>
            <a:solidFill>
              <a:srgbClr val="FFFFFF"/>
            </a:solidFill>
            <a:ln w="6635" cap="flat">
              <a:noFill/>
              <a:prstDash val="solid"/>
              <a:miter/>
            </a:ln>
          </p:spPr>
          <p:txBody>
            <a:bodyPr rtlCol="0" anchor="ctr"/>
            <a:lstStyle/>
            <a:p>
              <a:endParaRPr lang="nl-NL"/>
            </a:p>
          </p:txBody>
        </p:sp>
        <p:sp>
          <p:nvSpPr>
            <p:cNvPr id="15" name="Vrije vorm: vorm 14">
              <a:extLst>
                <a:ext uri="{FF2B5EF4-FFF2-40B4-BE49-F238E27FC236}">
                  <a16:creationId xmlns:a16="http://schemas.microsoft.com/office/drawing/2014/main" id="{14897FF0-BA82-48A4-9562-0BAB288E2307}"/>
                </a:ext>
              </a:extLst>
            </p:cNvPr>
            <p:cNvSpPr/>
            <p:nvPr/>
          </p:nvSpPr>
          <p:spPr>
            <a:xfrm>
              <a:off x="2058333" y="2752753"/>
              <a:ext cx="835015" cy="1121761"/>
            </a:xfrm>
            <a:custGeom>
              <a:avLst/>
              <a:gdLst>
                <a:gd name="connsiteX0" fmla="*/ 420163 w 835015"/>
                <a:gd name="connsiteY0" fmla="*/ 1121761 h 1121761"/>
                <a:gd name="connsiteX1" fmla="*/ 11948 w 835015"/>
                <a:gd name="connsiteY1" fmla="*/ 846299 h 1121761"/>
                <a:gd name="connsiteX2" fmla="*/ 0 w 835015"/>
                <a:gd name="connsiteY2" fmla="*/ 560881 h 1121761"/>
                <a:gd name="connsiteX3" fmla="*/ 0 w 835015"/>
                <a:gd name="connsiteY3" fmla="*/ 541631 h 1121761"/>
                <a:gd name="connsiteX4" fmla="*/ 11284 w 835015"/>
                <a:gd name="connsiteY4" fmla="*/ 275462 h 1121761"/>
                <a:gd name="connsiteX5" fmla="*/ 419499 w 835015"/>
                <a:gd name="connsiteY5" fmla="*/ 0 h 1121761"/>
                <a:gd name="connsiteX6" fmla="*/ 419499 w 835015"/>
                <a:gd name="connsiteY6" fmla="*/ 0 h 1121761"/>
                <a:gd name="connsiteX7" fmla="*/ 827714 w 835015"/>
                <a:gd name="connsiteY7" fmla="*/ 275462 h 1121761"/>
                <a:gd name="connsiteX8" fmla="*/ 789879 w 835015"/>
                <a:gd name="connsiteY8" fmla="*/ 280772 h 1121761"/>
                <a:gd name="connsiteX9" fmla="*/ 418835 w 835015"/>
                <a:gd name="connsiteY9" fmla="*/ 37835 h 1121761"/>
                <a:gd name="connsiteX10" fmla="*/ 418835 w 835015"/>
                <a:gd name="connsiteY10" fmla="*/ 37835 h 1121761"/>
                <a:gd name="connsiteX11" fmla="*/ 47791 w 835015"/>
                <a:gd name="connsiteY11" fmla="*/ 280772 h 1121761"/>
                <a:gd name="connsiteX12" fmla="*/ 36507 w 835015"/>
                <a:gd name="connsiteY12" fmla="*/ 560881 h 1121761"/>
                <a:gd name="connsiteX13" fmla="*/ 36507 w 835015"/>
                <a:gd name="connsiteY13" fmla="*/ 574156 h 1121761"/>
                <a:gd name="connsiteX14" fmla="*/ 47791 w 835015"/>
                <a:gd name="connsiteY14" fmla="*/ 841653 h 1121761"/>
                <a:gd name="connsiteX15" fmla="*/ 418835 w 835015"/>
                <a:gd name="connsiteY15" fmla="*/ 1084590 h 1121761"/>
                <a:gd name="connsiteX16" fmla="*/ 789879 w 835015"/>
                <a:gd name="connsiteY16" fmla="*/ 841653 h 1121761"/>
                <a:gd name="connsiteX17" fmla="*/ 797181 w 835015"/>
                <a:gd name="connsiteY17" fmla="*/ 689651 h 1121761"/>
                <a:gd name="connsiteX18" fmla="*/ 797181 w 835015"/>
                <a:gd name="connsiteY18" fmla="*/ 659781 h 1121761"/>
                <a:gd name="connsiteX19" fmla="*/ 625929 w 835015"/>
                <a:gd name="connsiteY19" fmla="*/ 527029 h 1121761"/>
                <a:gd name="connsiteX20" fmla="*/ 166605 w 835015"/>
                <a:gd name="connsiteY20" fmla="*/ 527029 h 1121761"/>
                <a:gd name="connsiteX21" fmla="*/ 166605 w 835015"/>
                <a:gd name="connsiteY21" fmla="*/ 489194 h 1121761"/>
                <a:gd name="connsiteX22" fmla="*/ 625929 w 835015"/>
                <a:gd name="connsiteY22" fmla="*/ 489194 h 1121761"/>
                <a:gd name="connsiteX23" fmla="*/ 835015 w 835015"/>
                <a:gd name="connsiteY23" fmla="*/ 659781 h 1121761"/>
                <a:gd name="connsiteX24" fmla="*/ 835015 w 835015"/>
                <a:gd name="connsiteY24" fmla="*/ 690315 h 1121761"/>
                <a:gd name="connsiteX25" fmla="*/ 827050 w 835015"/>
                <a:gd name="connsiteY25" fmla="*/ 847626 h 1121761"/>
                <a:gd name="connsiteX26" fmla="*/ 420163 w 835015"/>
                <a:gd name="connsiteY26" fmla="*/ 1121761 h 1121761"/>
                <a:gd name="connsiteX27" fmla="*/ 420163 w 835015"/>
                <a:gd name="connsiteY27" fmla="*/ 980379 h 1121761"/>
                <a:gd name="connsiteX28" fmla="*/ 152666 w 835015"/>
                <a:gd name="connsiteY28" fmla="*/ 822404 h 1121761"/>
                <a:gd name="connsiteX29" fmla="*/ 151338 w 835015"/>
                <a:gd name="connsiteY29" fmla="*/ 822404 h 1121761"/>
                <a:gd name="connsiteX30" fmla="*/ 141382 w 835015"/>
                <a:gd name="connsiteY30" fmla="*/ 560217 h 1121761"/>
                <a:gd name="connsiteX31" fmla="*/ 141382 w 835015"/>
                <a:gd name="connsiteY31" fmla="*/ 540968 h 1121761"/>
                <a:gd name="connsiteX32" fmla="*/ 151338 w 835015"/>
                <a:gd name="connsiteY32" fmla="*/ 305331 h 1121761"/>
                <a:gd name="connsiteX33" fmla="*/ 419499 w 835015"/>
                <a:gd name="connsiteY33" fmla="*/ 140054 h 1121761"/>
                <a:gd name="connsiteX34" fmla="*/ 419499 w 835015"/>
                <a:gd name="connsiteY34" fmla="*/ 140054 h 1121761"/>
                <a:gd name="connsiteX35" fmla="*/ 688323 w 835015"/>
                <a:gd name="connsiteY35" fmla="*/ 305331 h 1121761"/>
                <a:gd name="connsiteX36" fmla="*/ 650489 w 835015"/>
                <a:gd name="connsiteY36" fmla="*/ 310642 h 1121761"/>
                <a:gd name="connsiteX37" fmla="*/ 419499 w 835015"/>
                <a:gd name="connsiteY37" fmla="*/ 178552 h 1121761"/>
                <a:gd name="connsiteX38" fmla="*/ 419499 w 835015"/>
                <a:gd name="connsiteY38" fmla="*/ 178552 h 1121761"/>
                <a:gd name="connsiteX39" fmla="*/ 187845 w 835015"/>
                <a:gd name="connsiteY39" fmla="*/ 311305 h 1121761"/>
                <a:gd name="connsiteX40" fmla="*/ 177889 w 835015"/>
                <a:gd name="connsiteY40" fmla="*/ 560217 h 1121761"/>
                <a:gd name="connsiteX41" fmla="*/ 177889 w 835015"/>
                <a:gd name="connsiteY41" fmla="*/ 572164 h 1121761"/>
                <a:gd name="connsiteX42" fmla="*/ 186518 w 835015"/>
                <a:gd name="connsiteY42" fmla="*/ 809792 h 1121761"/>
                <a:gd name="connsiteX43" fmla="*/ 187182 w 835015"/>
                <a:gd name="connsiteY43" fmla="*/ 809792 h 1121761"/>
                <a:gd name="connsiteX44" fmla="*/ 418171 w 835015"/>
                <a:gd name="connsiteY44" fmla="*/ 942545 h 1121761"/>
                <a:gd name="connsiteX45" fmla="*/ 649825 w 835015"/>
                <a:gd name="connsiteY45" fmla="*/ 809792 h 1121761"/>
                <a:gd name="connsiteX46" fmla="*/ 655799 w 835015"/>
                <a:gd name="connsiteY46" fmla="*/ 688323 h 1121761"/>
                <a:gd name="connsiteX47" fmla="*/ 655799 w 835015"/>
                <a:gd name="connsiteY47" fmla="*/ 681686 h 1121761"/>
                <a:gd name="connsiteX48" fmla="*/ 628585 w 835015"/>
                <a:gd name="connsiteY48" fmla="*/ 666419 h 1121761"/>
                <a:gd name="connsiteX49" fmla="*/ 166605 w 835015"/>
                <a:gd name="connsiteY49" fmla="*/ 666419 h 1121761"/>
                <a:gd name="connsiteX50" fmla="*/ 166605 w 835015"/>
                <a:gd name="connsiteY50" fmla="*/ 628584 h 1121761"/>
                <a:gd name="connsiteX51" fmla="*/ 628585 w 835015"/>
                <a:gd name="connsiteY51" fmla="*/ 628584 h 1121761"/>
                <a:gd name="connsiteX52" fmla="*/ 693633 w 835015"/>
                <a:gd name="connsiteY52" fmla="*/ 681022 h 1121761"/>
                <a:gd name="connsiteX53" fmla="*/ 693633 w 835015"/>
                <a:gd name="connsiteY53" fmla="*/ 687660 h 1121761"/>
                <a:gd name="connsiteX54" fmla="*/ 686996 w 835015"/>
                <a:gd name="connsiteY54" fmla="*/ 814438 h 1121761"/>
                <a:gd name="connsiteX55" fmla="*/ 420163 w 835015"/>
                <a:gd name="connsiteY55" fmla="*/ 980379 h 112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35015" h="1121761">
                  <a:moveTo>
                    <a:pt x="420163" y="1121761"/>
                  </a:moveTo>
                  <a:cubicBezTo>
                    <a:pt x="192492" y="1121761"/>
                    <a:pt x="35843" y="1016223"/>
                    <a:pt x="11948" y="846299"/>
                  </a:cubicBezTo>
                  <a:cubicBezTo>
                    <a:pt x="5310" y="798508"/>
                    <a:pt x="0" y="619292"/>
                    <a:pt x="0" y="560881"/>
                  </a:cubicBezTo>
                  <a:lnTo>
                    <a:pt x="0" y="541631"/>
                  </a:lnTo>
                  <a:cubicBezTo>
                    <a:pt x="664" y="465962"/>
                    <a:pt x="5974" y="317279"/>
                    <a:pt x="11284" y="275462"/>
                  </a:cubicBezTo>
                  <a:cubicBezTo>
                    <a:pt x="35179" y="105538"/>
                    <a:pt x="191828" y="0"/>
                    <a:pt x="419499" y="0"/>
                  </a:cubicBezTo>
                  <a:cubicBezTo>
                    <a:pt x="419499" y="0"/>
                    <a:pt x="419499" y="0"/>
                    <a:pt x="419499" y="0"/>
                  </a:cubicBezTo>
                  <a:cubicBezTo>
                    <a:pt x="588095" y="0"/>
                    <a:pt x="795189" y="47791"/>
                    <a:pt x="827714" y="275462"/>
                  </a:cubicBezTo>
                  <a:lnTo>
                    <a:pt x="789879" y="280772"/>
                  </a:lnTo>
                  <a:cubicBezTo>
                    <a:pt x="767311" y="119478"/>
                    <a:pt x="642524" y="37835"/>
                    <a:pt x="418835" y="37835"/>
                  </a:cubicBezTo>
                  <a:cubicBezTo>
                    <a:pt x="418835" y="37835"/>
                    <a:pt x="418835" y="37835"/>
                    <a:pt x="418835" y="37835"/>
                  </a:cubicBezTo>
                  <a:cubicBezTo>
                    <a:pt x="211077" y="37835"/>
                    <a:pt x="69031" y="130762"/>
                    <a:pt x="47791" y="280772"/>
                  </a:cubicBezTo>
                  <a:cubicBezTo>
                    <a:pt x="41817" y="323917"/>
                    <a:pt x="36507" y="497159"/>
                    <a:pt x="36507" y="560881"/>
                  </a:cubicBezTo>
                  <a:lnTo>
                    <a:pt x="36507" y="574156"/>
                  </a:lnTo>
                  <a:cubicBezTo>
                    <a:pt x="37171" y="645842"/>
                    <a:pt x="42481" y="801163"/>
                    <a:pt x="47791" y="841653"/>
                  </a:cubicBezTo>
                  <a:cubicBezTo>
                    <a:pt x="69031" y="991663"/>
                    <a:pt x="211077" y="1084590"/>
                    <a:pt x="418835" y="1084590"/>
                  </a:cubicBezTo>
                  <a:cubicBezTo>
                    <a:pt x="641860" y="1084590"/>
                    <a:pt x="767311" y="1002947"/>
                    <a:pt x="789879" y="841653"/>
                  </a:cubicBezTo>
                  <a:cubicBezTo>
                    <a:pt x="795853" y="796517"/>
                    <a:pt x="797181" y="748062"/>
                    <a:pt x="797181" y="689651"/>
                  </a:cubicBezTo>
                  <a:lnTo>
                    <a:pt x="797181" y="659781"/>
                  </a:lnTo>
                  <a:cubicBezTo>
                    <a:pt x="796517" y="578138"/>
                    <a:pt x="767975" y="527029"/>
                    <a:pt x="625929" y="527029"/>
                  </a:cubicBezTo>
                  <a:lnTo>
                    <a:pt x="166605" y="527029"/>
                  </a:lnTo>
                  <a:lnTo>
                    <a:pt x="166605" y="489194"/>
                  </a:lnTo>
                  <a:lnTo>
                    <a:pt x="625929" y="489194"/>
                  </a:lnTo>
                  <a:cubicBezTo>
                    <a:pt x="769966" y="489194"/>
                    <a:pt x="834352" y="541631"/>
                    <a:pt x="835015" y="659781"/>
                  </a:cubicBezTo>
                  <a:lnTo>
                    <a:pt x="835015" y="690315"/>
                  </a:lnTo>
                  <a:cubicBezTo>
                    <a:pt x="835015" y="750717"/>
                    <a:pt x="833688" y="800499"/>
                    <a:pt x="827050" y="847626"/>
                  </a:cubicBezTo>
                  <a:cubicBezTo>
                    <a:pt x="796517" y="1073970"/>
                    <a:pt x="588759" y="1121761"/>
                    <a:pt x="420163" y="1121761"/>
                  </a:cubicBezTo>
                  <a:close/>
                  <a:moveTo>
                    <a:pt x="420163" y="980379"/>
                  </a:moveTo>
                  <a:cubicBezTo>
                    <a:pt x="253558" y="980379"/>
                    <a:pt x="171251" y="931925"/>
                    <a:pt x="152666" y="822404"/>
                  </a:cubicBezTo>
                  <a:lnTo>
                    <a:pt x="151338" y="822404"/>
                  </a:lnTo>
                  <a:cubicBezTo>
                    <a:pt x="144700" y="779259"/>
                    <a:pt x="141382" y="601370"/>
                    <a:pt x="141382" y="560217"/>
                  </a:cubicBezTo>
                  <a:lnTo>
                    <a:pt x="141382" y="540968"/>
                  </a:lnTo>
                  <a:cubicBezTo>
                    <a:pt x="142045" y="479901"/>
                    <a:pt x="145364" y="343830"/>
                    <a:pt x="151338" y="305331"/>
                  </a:cubicBezTo>
                  <a:cubicBezTo>
                    <a:pt x="167269" y="191164"/>
                    <a:pt x="250239" y="140054"/>
                    <a:pt x="419499" y="140054"/>
                  </a:cubicBezTo>
                  <a:cubicBezTo>
                    <a:pt x="419499" y="140054"/>
                    <a:pt x="419499" y="140054"/>
                    <a:pt x="419499" y="140054"/>
                  </a:cubicBezTo>
                  <a:cubicBezTo>
                    <a:pt x="592078" y="140054"/>
                    <a:pt x="672393" y="189173"/>
                    <a:pt x="688323" y="305331"/>
                  </a:cubicBezTo>
                  <a:lnTo>
                    <a:pt x="650489" y="310642"/>
                  </a:lnTo>
                  <a:cubicBezTo>
                    <a:pt x="639205" y="230990"/>
                    <a:pt x="595396" y="178552"/>
                    <a:pt x="419499" y="178552"/>
                  </a:cubicBezTo>
                  <a:cubicBezTo>
                    <a:pt x="419499" y="178552"/>
                    <a:pt x="419499" y="178552"/>
                    <a:pt x="419499" y="178552"/>
                  </a:cubicBezTo>
                  <a:cubicBezTo>
                    <a:pt x="232317" y="178552"/>
                    <a:pt x="197802" y="242274"/>
                    <a:pt x="187845" y="311305"/>
                  </a:cubicBezTo>
                  <a:cubicBezTo>
                    <a:pt x="181871" y="350468"/>
                    <a:pt x="177889" y="515081"/>
                    <a:pt x="177889" y="560217"/>
                  </a:cubicBezTo>
                  <a:lnTo>
                    <a:pt x="177889" y="572164"/>
                  </a:lnTo>
                  <a:cubicBezTo>
                    <a:pt x="178552" y="627921"/>
                    <a:pt x="181871" y="764656"/>
                    <a:pt x="186518" y="809792"/>
                  </a:cubicBezTo>
                  <a:lnTo>
                    <a:pt x="187182" y="809792"/>
                  </a:lnTo>
                  <a:cubicBezTo>
                    <a:pt x="197138" y="878823"/>
                    <a:pt x="231654" y="942545"/>
                    <a:pt x="418171" y="942545"/>
                  </a:cubicBezTo>
                  <a:cubicBezTo>
                    <a:pt x="595396" y="942545"/>
                    <a:pt x="638541" y="889444"/>
                    <a:pt x="649825" y="809792"/>
                  </a:cubicBezTo>
                  <a:cubicBezTo>
                    <a:pt x="655799" y="769302"/>
                    <a:pt x="655799" y="732132"/>
                    <a:pt x="655799" y="688323"/>
                  </a:cubicBezTo>
                  <a:lnTo>
                    <a:pt x="655799" y="681686"/>
                  </a:lnTo>
                  <a:cubicBezTo>
                    <a:pt x="655799" y="671065"/>
                    <a:pt x="655799" y="666419"/>
                    <a:pt x="628585" y="666419"/>
                  </a:cubicBezTo>
                  <a:lnTo>
                    <a:pt x="166605" y="666419"/>
                  </a:lnTo>
                  <a:lnTo>
                    <a:pt x="166605" y="628584"/>
                  </a:lnTo>
                  <a:lnTo>
                    <a:pt x="628585" y="628584"/>
                  </a:lnTo>
                  <a:cubicBezTo>
                    <a:pt x="646506" y="628584"/>
                    <a:pt x="692970" y="628584"/>
                    <a:pt x="693633" y="681022"/>
                  </a:cubicBezTo>
                  <a:lnTo>
                    <a:pt x="693633" y="687660"/>
                  </a:lnTo>
                  <a:cubicBezTo>
                    <a:pt x="693633" y="732795"/>
                    <a:pt x="693633" y="771958"/>
                    <a:pt x="686996" y="814438"/>
                  </a:cubicBezTo>
                  <a:cubicBezTo>
                    <a:pt x="673057" y="931261"/>
                    <a:pt x="592741" y="980379"/>
                    <a:pt x="420163" y="980379"/>
                  </a:cubicBezTo>
                  <a:close/>
                </a:path>
              </a:pathLst>
            </a:custGeom>
            <a:solidFill>
              <a:srgbClr val="FFFFFF"/>
            </a:solidFill>
            <a:ln w="6635" cap="flat">
              <a:noFill/>
              <a:prstDash val="solid"/>
              <a:miter/>
            </a:ln>
          </p:spPr>
          <p:txBody>
            <a:bodyPr rtlCol="0" anchor="ctr"/>
            <a:lstStyle/>
            <a:p>
              <a:endParaRPr lang="nl-NL"/>
            </a:p>
          </p:txBody>
        </p:sp>
        <p:sp>
          <p:nvSpPr>
            <p:cNvPr id="16" name="Vrije vorm: vorm 15">
              <a:extLst>
                <a:ext uri="{FF2B5EF4-FFF2-40B4-BE49-F238E27FC236}">
                  <a16:creationId xmlns:a16="http://schemas.microsoft.com/office/drawing/2014/main" id="{39F75D45-99F1-4496-9359-FEDE74591160}"/>
                </a:ext>
              </a:extLst>
            </p:cNvPr>
            <p:cNvSpPr/>
            <p:nvPr/>
          </p:nvSpPr>
          <p:spPr>
            <a:xfrm>
              <a:off x="8644864" y="3008966"/>
              <a:ext cx="737858" cy="865548"/>
            </a:xfrm>
            <a:custGeom>
              <a:avLst/>
              <a:gdLst>
                <a:gd name="connsiteX0" fmla="*/ 367061 w 737858"/>
                <a:gd name="connsiteY0" fmla="*/ 865548 h 865548"/>
                <a:gd name="connsiteX1" fmla="*/ 7965 w 737858"/>
                <a:gd name="connsiteY1" fmla="*/ 590086 h 865548"/>
                <a:gd name="connsiteX2" fmla="*/ 0 w 737858"/>
                <a:gd name="connsiteY2" fmla="*/ 432774 h 865548"/>
                <a:gd name="connsiteX3" fmla="*/ 7965 w 737858"/>
                <a:gd name="connsiteY3" fmla="*/ 275462 h 865548"/>
                <a:gd name="connsiteX4" fmla="*/ 367061 w 737858"/>
                <a:gd name="connsiteY4" fmla="*/ 0 h 865548"/>
                <a:gd name="connsiteX5" fmla="*/ 733459 w 737858"/>
                <a:gd name="connsiteY5" fmla="*/ 253558 h 865548"/>
                <a:gd name="connsiteX6" fmla="*/ 690978 w 737858"/>
                <a:gd name="connsiteY6" fmla="*/ 446049 h 865548"/>
                <a:gd name="connsiteX7" fmla="*/ 487202 w 737858"/>
                <a:gd name="connsiteY7" fmla="*/ 522382 h 865548"/>
                <a:gd name="connsiteX8" fmla="*/ 299357 w 737858"/>
                <a:gd name="connsiteY8" fmla="*/ 522382 h 865548"/>
                <a:gd name="connsiteX9" fmla="*/ 299357 w 737858"/>
                <a:gd name="connsiteY9" fmla="*/ 484548 h 865548"/>
                <a:gd name="connsiteX10" fmla="*/ 487202 w 737858"/>
                <a:gd name="connsiteY10" fmla="*/ 484548 h 865548"/>
                <a:gd name="connsiteX11" fmla="*/ 661772 w 737858"/>
                <a:gd name="connsiteY11" fmla="*/ 421490 h 865548"/>
                <a:gd name="connsiteX12" fmla="*/ 695624 w 737858"/>
                <a:gd name="connsiteY12" fmla="*/ 258868 h 865548"/>
                <a:gd name="connsiteX13" fmla="*/ 366397 w 737858"/>
                <a:gd name="connsiteY13" fmla="*/ 37835 h 865548"/>
                <a:gd name="connsiteX14" fmla="*/ 44472 w 737858"/>
                <a:gd name="connsiteY14" fmla="*/ 280772 h 865548"/>
                <a:gd name="connsiteX15" fmla="*/ 37171 w 737858"/>
                <a:gd name="connsiteY15" fmla="*/ 432774 h 865548"/>
                <a:gd name="connsiteX16" fmla="*/ 44472 w 737858"/>
                <a:gd name="connsiteY16" fmla="*/ 584776 h 865548"/>
                <a:gd name="connsiteX17" fmla="*/ 366397 w 737858"/>
                <a:gd name="connsiteY17" fmla="*/ 827714 h 865548"/>
                <a:gd name="connsiteX18" fmla="*/ 609335 w 737858"/>
                <a:gd name="connsiteY18" fmla="*/ 794526 h 865548"/>
                <a:gd name="connsiteX19" fmla="*/ 619955 w 737858"/>
                <a:gd name="connsiteY19" fmla="*/ 831033 h 865548"/>
                <a:gd name="connsiteX20" fmla="*/ 367061 w 737858"/>
                <a:gd name="connsiteY20" fmla="*/ 865548 h 865548"/>
                <a:gd name="connsiteX21" fmla="*/ 367061 w 737858"/>
                <a:gd name="connsiteY21" fmla="*/ 724166 h 865548"/>
                <a:gd name="connsiteX22" fmla="*/ 147355 w 737858"/>
                <a:gd name="connsiteY22" fmla="*/ 558889 h 865548"/>
                <a:gd name="connsiteX23" fmla="*/ 140718 w 737858"/>
                <a:gd name="connsiteY23" fmla="*/ 432110 h 865548"/>
                <a:gd name="connsiteX24" fmla="*/ 147355 w 737858"/>
                <a:gd name="connsiteY24" fmla="*/ 305331 h 865548"/>
                <a:gd name="connsiteX25" fmla="*/ 367061 w 737858"/>
                <a:gd name="connsiteY25" fmla="*/ 140718 h 865548"/>
                <a:gd name="connsiteX26" fmla="*/ 552915 w 737858"/>
                <a:gd name="connsiteY26" fmla="*/ 189836 h 865548"/>
                <a:gd name="connsiteX27" fmla="*/ 591414 w 737858"/>
                <a:gd name="connsiteY27" fmla="*/ 264842 h 865548"/>
                <a:gd name="connsiteX28" fmla="*/ 570173 w 737858"/>
                <a:gd name="connsiteY28" fmla="*/ 355777 h 865548"/>
                <a:gd name="connsiteX29" fmla="*/ 503796 w 737858"/>
                <a:gd name="connsiteY29" fmla="*/ 381001 h 865548"/>
                <a:gd name="connsiteX30" fmla="*/ 299357 w 737858"/>
                <a:gd name="connsiteY30" fmla="*/ 381001 h 865548"/>
                <a:gd name="connsiteX31" fmla="*/ 299357 w 737858"/>
                <a:gd name="connsiteY31" fmla="*/ 343166 h 865548"/>
                <a:gd name="connsiteX32" fmla="*/ 503796 w 737858"/>
                <a:gd name="connsiteY32" fmla="*/ 343166 h 865548"/>
                <a:gd name="connsiteX33" fmla="*/ 542295 w 737858"/>
                <a:gd name="connsiteY33" fmla="*/ 330554 h 865548"/>
                <a:gd name="connsiteX34" fmla="*/ 553579 w 737858"/>
                <a:gd name="connsiteY34" fmla="*/ 267497 h 865548"/>
                <a:gd name="connsiteX35" fmla="*/ 367725 w 737858"/>
                <a:gd name="connsiteY35" fmla="*/ 179216 h 865548"/>
                <a:gd name="connsiteX36" fmla="*/ 184526 w 737858"/>
                <a:gd name="connsiteY36" fmla="*/ 311969 h 865548"/>
                <a:gd name="connsiteX37" fmla="*/ 178552 w 737858"/>
                <a:gd name="connsiteY37" fmla="*/ 433438 h 865548"/>
                <a:gd name="connsiteX38" fmla="*/ 184526 w 737858"/>
                <a:gd name="connsiteY38" fmla="*/ 554907 h 865548"/>
                <a:gd name="connsiteX39" fmla="*/ 366397 w 737858"/>
                <a:gd name="connsiteY39" fmla="*/ 687659 h 865548"/>
                <a:gd name="connsiteX40" fmla="*/ 568182 w 737858"/>
                <a:gd name="connsiteY40" fmla="*/ 655799 h 865548"/>
                <a:gd name="connsiteX41" fmla="*/ 580129 w 737858"/>
                <a:gd name="connsiteY41" fmla="*/ 691642 h 865548"/>
                <a:gd name="connsiteX42" fmla="*/ 367061 w 737858"/>
                <a:gd name="connsiteY42" fmla="*/ 724166 h 865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37858" h="865548">
                  <a:moveTo>
                    <a:pt x="367061" y="865548"/>
                  </a:moveTo>
                  <a:cubicBezTo>
                    <a:pt x="166605" y="865548"/>
                    <a:pt x="32524" y="762665"/>
                    <a:pt x="7965" y="590086"/>
                  </a:cubicBezTo>
                  <a:cubicBezTo>
                    <a:pt x="1327" y="542959"/>
                    <a:pt x="0" y="493177"/>
                    <a:pt x="0" y="432774"/>
                  </a:cubicBezTo>
                  <a:cubicBezTo>
                    <a:pt x="0" y="372371"/>
                    <a:pt x="1327" y="322589"/>
                    <a:pt x="7965" y="275462"/>
                  </a:cubicBezTo>
                  <a:cubicBezTo>
                    <a:pt x="32524" y="102883"/>
                    <a:pt x="166605" y="0"/>
                    <a:pt x="367061" y="0"/>
                  </a:cubicBezTo>
                  <a:cubicBezTo>
                    <a:pt x="580129" y="0"/>
                    <a:pt x="710228" y="90272"/>
                    <a:pt x="733459" y="253558"/>
                  </a:cubicBezTo>
                  <a:cubicBezTo>
                    <a:pt x="746070" y="331882"/>
                    <a:pt x="731468" y="398922"/>
                    <a:pt x="690978" y="446049"/>
                  </a:cubicBezTo>
                  <a:cubicBezTo>
                    <a:pt x="648497" y="495832"/>
                    <a:pt x="578138" y="522382"/>
                    <a:pt x="487202" y="522382"/>
                  </a:cubicBezTo>
                  <a:lnTo>
                    <a:pt x="299357" y="522382"/>
                  </a:lnTo>
                  <a:lnTo>
                    <a:pt x="299357" y="484548"/>
                  </a:lnTo>
                  <a:lnTo>
                    <a:pt x="487202" y="484548"/>
                  </a:lnTo>
                  <a:cubicBezTo>
                    <a:pt x="567518" y="484548"/>
                    <a:pt x="625929" y="463307"/>
                    <a:pt x="661772" y="421490"/>
                  </a:cubicBezTo>
                  <a:cubicBezTo>
                    <a:pt x="694961" y="382328"/>
                    <a:pt x="706909" y="326572"/>
                    <a:pt x="695624" y="258868"/>
                  </a:cubicBezTo>
                  <a:cubicBezTo>
                    <a:pt x="681022" y="157976"/>
                    <a:pt x="612654" y="37835"/>
                    <a:pt x="366397" y="37835"/>
                  </a:cubicBezTo>
                  <a:cubicBezTo>
                    <a:pt x="186518" y="37835"/>
                    <a:pt x="66376" y="128770"/>
                    <a:pt x="44472" y="280772"/>
                  </a:cubicBezTo>
                  <a:cubicBezTo>
                    <a:pt x="38498" y="325908"/>
                    <a:pt x="37171" y="374363"/>
                    <a:pt x="37171" y="432774"/>
                  </a:cubicBezTo>
                  <a:cubicBezTo>
                    <a:pt x="37171" y="491849"/>
                    <a:pt x="38498" y="540304"/>
                    <a:pt x="44472" y="584776"/>
                  </a:cubicBezTo>
                  <a:cubicBezTo>
                    <a:pt x="65712" y="736778"/>
                    <a:pt x="186518" y="827714"/>
                    <a:pt x="366397" y="827714"/>
                  </a:cubicBezTo>
                  <a:cubicBezTo>
                    <a:pt x="454678" y="827714"/>
                    <a:pt x="529020" y="817093"/>
                    <a:pt x="609335" y="794526"/>
                  </a:cubicBezTo>
                  <a:lnTo>
                    <a:pt x="619955" y="831033"/>
                  </a:lnTo>
                  <a:cubicBezTo>
                    <a:pt x="536984" y="854928"/>
                    <a:pt x="458661" y="865548"/>
                    <a:pt x="367061" y="865548"/>
                  </a:cubicBezTo>
                  <a:close/>
                  <a:moveTo>
                    <a:pt x="367061" y="724166"/>
                  </a:moveTo>
                  <a:cubicBezTo>
                    <a:pt x="204439" y="724166"/>
                    <a:pt x="157975" y="634558"/>
                    <a:pt x="147355" y="558889"/>
                  </a:cubicBezTo>
                  <a:cubicBezTo>
                    <a:pt x="140718" y="516408"/>
                    <a:pt x="140718" y="477246"/>
                    <a:pt x="140718" y="432110"/>
                  </a:cubicBezTo>
                  <a:cubicBezTo>
                    <a:pt x="140718" y="386974"/>
                    <a:pt x="140718" y="347812"/>
                    <a:pt x="147355" y="305331"/>
                  </a:cubicBezTo>
                  <a:cubicBezTo>
                    <a:pt x="157975" y="230326"/>
                    <a:pt x="204439" y="140718"/>
                    <a:pt x="367061" y="140718"/>
                  </a:cubicBezTo>
                  <a:cubicBezTo>
                    <a:pt x="451360" y="136735"/>
                    <a:pt x="513753" y="153330"/>
                    <a:pt x="552915" y="189836"/>
                  </a:cubicBezTo>
                  <a:cubicBezTo>
                    <a:pt x="589422" y="223689"/>
                    <a:pt x="591414" y="262850"/>
                    <a:pt x="591414" y="264842"/>
                  </a:cubicBezTo>
                  <a:cubicBezTo>
                    <a:pt x="593404" y="290729"/>
                    <a:pt x="594069" y="329891"/>
                    <a:pt x="570173" y="355777"/>
                  </a:cubicBezTo>
                  <a:cubicBezTo>
                    <a:pt x="554907" y="372371"/>
                    <a:pt x="532338" y="381001"/>
                    <a:pt x="503796" y="381001"/>
                  </a:cubicBezTo>
                  <a:lnTo>
                    <a:pt x="299357" y="381001"/>
                  </a:lnTo>
                  <a:lnTo>
                    <a:pt x="299357" y="343166"/>
                  </a:lnTo>
                  <a:lnTo>
                    <a:pt x="503796" y="343166"/>
                  </a:lnTo>
                  <a:cubicBezTo>
                    <a:pt x="521718" y="343166"/>
                    <a:pt x="534330" y="339183"/>
                    <a:pt x="542295" y="330554"/>
                  </a:cubicBezTo>
                  <a:cubicBezTo>
                    <a:pt x="555570" y="315952"/>
                    <a:pt x="554907" y="287410"/>
                    <a:pt x="553579" y="267497"/>
                  </a:cubicBezTo>
                  <a:cubicBezTo>
                    <a:pt x="553579" y="262850"/>
                    <a:pt x="546277" y="171251"/>
                    <a:pt x="367725" y="179216"/>
                  </a:cubicBezTo>
                  <a:cubicBezTo>
                    <a:pt x="256876" y="179216"/>
                    <a:pt x="197138" y="222361"/>
                    <a:pt x="184526" y="311969"/>
                  </a:cubicBezTo>
                  <a:cubicBezTo>
                    <a:pt x="178552" y="352459"/>
                    <a:pt x="178552" y="389630"/>
                    <a:pt x="178552" y="433438"/>
                  </a:cubicBezTo>
                  <a:cubicBezTo>
                    <a:pt x="178552" y="477246"/>
                    <a:pt x="178552" y="515081"/>
                    <a:pt x="184526" y="554907"/>
                  </a:cubicBezTo>
                  <a:cubicBezTo>
                    <a:pt x="197138" y="644515"/>
                    <a:pt x="256876" y="687659"/>
                    <a:pt x="366397" y="687659"/>
                  </a:cubicBezTo>
                  <a:cubicBezTo>
                    <a:pt x="442730" y="687659"/>
                    <a:pt x="501142" y="678367"/>
                    <a:pt x="568182" y="655799"/>
                  </a:cubicBezTo>
                  <a:lnTo>
                    <a:pt x="580129" y="691642"/>
                  </a:lnTo>
                  <a:cubicBezTo>
                    <a:pt x="509770" y="714874"/>
                    <a:pt x="448041" y="724166"/>
                    <a:pt x="367061" y="724166"/>
                  </a:cubicBezTo>
                  <a:close/>
                </a:path>
              </a:pathLst>
            </a:custGeom>
            <a:solidFill>
              <a:srgbClr val="FFFFFF"/>
            </a:solidFill>
            <a:ln w="6635"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88F9597A-DD79-4513-A4A5-E0444A2CDBF0}"/>
                </a:ext>
              </a:extLst>
            </p:cNvPr>
            <p:cNvSpPr/>
            <p:nvPr/>
          </p:nvSpPr>
          <p:spPr>
            <a:xfrm>
              <a:off x="5790261" y="3008302"/>
              <a:ext cx="737859" cy="866212"/>
            </a:xfrm>
            <a:custGeom>
              <a:avLst/>
              <a:gdLst>
                <a:gd name="connsiteX0" fmla="*/ 370797 w 737859"/>
                <a:gd name="connsiteY0" fmla="*/ 866212 h 866212"/>
                <a:gd name="connsiteX1" fmla="*/ 4400 w 737859"/>
                <a:gd name="connsiteY1" fmla="*/ 612654 h 866212"/>
                <a:gd name="connsiteX2" fmla="*/ 46881 w 737859"/>
                <a:gd name="connsiteY2" fmla="*/ 420163 h 866212"/>
                <a:gd name="connsiteX3" fmla="*/ 250656 w 737859"/>
                <a:gd name="connsiteY3" fmla="*/ 343830 h 866212"/>
                <a:gd name="connsiteX4" fmla="*/ 438501 w 737859"/>
                <a:gd name="connsiteY4" fmla="*/ 343830 h 866212"/>
                <a:gd name="connsiteX5" fmla="*/ 438501 w 737859"/>
                <a:gd name="connsiteY5" fmla="*/ 381664 h 866212"/>
                <a:gd name="connsiteX6" fmla="*/ 250656 w 737859"/>
                <a:gd name="connsiteY6" fmla="*/ 381664 h 866212"/>
                <a:gd name="connsiteX7" fmla="*/ 76086 w 737859"/>
                <a:gd name="connsiteY7" fmla="*/ 444722 h 866212"/>
                <a:gd name="connsiteX8" fmla="*/ 42234 w 737859"/>
                <a:gd name="connsiteY8" fmla="*/ 607344 h 866212"/>
                <a:gd name="connsiteX9" fmla="*/ 371461 w 737859"/>
                <a:gd name="connsiteY9" fmla="*/ 828378 h 866212"/>
                <a:gd name="connsiteX10" fmla="*/ 693387 w 737859"/>
                <a:gd name="connsiteY10" fmla="*/ 585440 h 866212"/>
                <a:gd name="connsiteX11" fmla="*/ 700688 w 737859"/>
                <a:gd name="connsiteY11" fmla="*/ 433438 h 866212"/>
                <a:gd name="connsiteX12" fmla="*/ 693387 w 737859"/>
                <a:gd name="connsiteY12" fmla="*/ 281436 h 866212"/>
                <a:gd name="connsiteX13" fmla="*/ 371461 w 737859"/>
                <a:gd name="connsiteY13" fmla="*/ 38498 h 866212"/>
                <a:gd name="connsiteX14" fmla="*/ 128524 w 737859"/>
                <a:gd name="connsiteY14" fmla="*/ 71687 h 866212"/>
                <a:gd name="connsiteX15" fmla="*/ 117903 w 737859"/>
                <a:gd name="connsiteY15" fmla="*/ 35180 h 866212"/>
                <a:gd name="connsiteX16" fmla="*/ 370797 w 737859"/>
                <a:gd name="connsiteY16" fmla="*/ 0 h 866212"/>
                <a:gd name="connsiteX17" fmla="*/ 729894 w 737859"/>
                <a:gd name="connsiteY17" fmla="*/ 275462 h 866212"/>
                <a:gd name="connsiteX18" fmla="*/ 737859 w 737859"/>
                <a:gd name="connsiteY18" fmla="*/ 432774 h 866212"/>
                <a:gd name="connsiteX19" fmla="*/ 729894 w 737859"/>
                <a:gd name="connsiteY19" fmla="*/ 590086 h 866212"/>
                <a:gd name="connsiteX20" fmla="*/ 370797 w 737859"/>
                <a:gd name="connsiteY20" fmla="*/ 866212 h 866212"/>
                <a:gd name="connsiteX21" fmla="*/ 348230 w 737859"/>
                <a:gd name="connsiteY21" fmla="*/ 725494 h 866212"/>
                <a:gd name="connsiteX22" fmla="*/ 184944 w 737859"/>
                <a:gd name="connsiteY22" fmla="*/ 675712 h 866212"/>
                <a:gd name="connsiteX23" fmla="*/ 146445 w 737859"/>
                <a:gd name="connsiteY23" fmla="*/ 600707 h 866212"/>
                <a:gd name="connsiteX24" fmla="*/ 167022 w 737859"/>
                <a:gd name="connsiteY24" fmla="*/ 509771 h 866212"/>
                <a:gd name="connsiteX25" fmla="*/ 233399 w 737859"/>
                <a:gd name="connsiteY25" fmla="*/ 484548 h 866212"/>
                <a:gd name="connsiteX26" fmla="*/ 437838 w 737859"/>
                <a:gd name="connsiteY26" fmla="*/ 484548 h 866212"/>
                <a:gd name="connsiteX27" fmla="*/ 437838 w 737859"/>
                <a:gd name="connsiteY27" fmla="*/ 522382 h 866212"/>
                <a:gd name="connsiteX28" fmla="*/ 233399 w 737859"/>
                <a:gd name="connsiteY28" fmla="*/ 522382 h 866212"/>
                <a:gd name="connsiteX29" fmla="*/ 194900 w 737859"/>
                <a:gd name="connsiteY29" fmla="*/ 534994 h 866212"/>
                <a:gd name="connsiteX30" fmla="*/ 183616 w 737859"/>
                <a:gd name="connsiteY30" fmla="*/ 598051 h 866212"/>
                <a:gd name="connsiteX31" fmla="*/ 369470 w 737859"/>
                <a:gd name="connsiteY31" fmla="*/ 686332 h 866212"/>
                <a:gd name="connsiteX32" fmla="*/ 552669 w 737859"/>
                <a:gd name="connsiteY32" fmla="*/ 553579 h 866212"/>
                <a:gd name="connsiteX33" fmla="*/ 558643 w 737859"/>
                <a:gd name="connsiteY33" fmla="*/ 432110 h 866212"/>
                <a:gd name="connsiteX34" fmla="*/ 552669 w 737859"/>
                <a:gd name="connsiteY34" fmla="*/ 310642 h 866212"/>
                <a:gd name="connsiteX35" fmla="*/ 370797 w 737859"/>
                <a:gd name="connsiteY35" fmla="*/ 177889 h 866212"/>
                <a:gd name="connsiteX36" fmla="*/ 169013 w 737859"/>
                <a:gd name="connsiteY36" fmla="*/ 209749 h 866212"/>
                <a:gd name="connsiteX37" fmla="*/ 157066 w 737859"/>
                <a:gd name="connsiteY37" fmla="*/ 173906 h 866212"/>
                <a:gd name="connsiteX38" fmla="*/ 370797 w 737859"/>
                <a:gd name="connsiteY38" fmla="*/ 140054 h 866212"/>
                <a:gd name="connsiteX39" fmla="*/ 590504 w 737859"/>
                <a:gd name="connsiteY39" fmla="*/ 305332 h 866212"/>
                <a:gd name="connsiteX40" fmla="*/ 597141 w 737859"/>
                <a:gd name="connsiteY40" fmla="*/ 432110 h 866212"/>
                <a:gd name="connsiteX41" fmla="*/ 590504 w 737859"/>
                <a:gd name="connsiteY41" fmla="*/ 558889 h 866212"/>
                <a:gd name="connsiteX42" fmla="*/ 370797 w 737859"/>
                <a:gd name="connsiteY42" fmla="*/ 723503 h 866212"/>
                <a:gd name="connsiteX43" fmla="*/ 348230 w 737859"/>
                <a:gd name="connsiteY43" fmla="*/ 725494 h 86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37859" h="866212">
                  <a:moveTo>
                    <a:pt x="370797" y="866212"/>
                  </a:moveTo>
                  <a:cubicBezTo>
                    <a:pt x="157729" y="866212"/>
                    <a:pt x="27632" y="775940"/>
                    <a:pt x="4400" y="612654"/>
                  </a:cubicBezTo>
                  <a:cubicBezTo>
                    <a:pt x="-8212" y="534330"/>
                    <a:pt x="6391" y="467290"/>
                    <a:pt x="46881" y="420163"/>
                  </a:cubicBezTo>
                  <a:cubicBezTo>
                    <a:pt x="89362" y="370380"/>
                    <a:pt x="159721" y="343830"/>
                    <a:pt x="250656" y="343830"/>
                  </a:cubicBezTo>
                  <a:lnTo>
                    <a:pt x="438501" y="343830"/>
                  </a:lnTo>
                  <a:lnTo>
                    <a:pt x="438501" y="381664"/>
                  </a:lnTo>
                  <a:lnTo>
                    <a:pt x="250656" y="381664"/>
                  </a:lnTo>
                  <a:cubicBezTo>
                    <a:pt x="170341" y="381664"/>
                    <a:pt x="111929" y="402905"/>
                    <a:pt x="76086" y="444722"/>
                  </a:cubicBezTo>
                  <a:cubicBezTo>
                    <a:pt x="42898" y="483884"/>
                    <a:pt x="30951" y="539640"/>
                    <a:pt x="42234" y="607344"/>
                  </a:cubicBezTo>
                  <a:cubicBezTo>
                    <a:pt x="56837" y="708236"/>
                    <a:pt x="125205" y="828378"/>
                    <a:pt x="371461" y="828378"/>
                  </a:cubicBezTo>
                  <a:cubicBezTo>
                    <a:pt x="551341" y="828378"/>
                    <a:pt x="671483" y="737442"/>
                    <a:pt x="693387" y="585440"/>
                  </a:cubicBezTo>
                  <a:cubicBezTo>
                    <a:pt x="699361" y="540304"/>
                    <a:pt x="700688" y="491849"/>
                    <a:pt x="700688" y="433438"/>
                  </a:cubicBezTo>
                  <a:cubicBezTo>
                    <a:pt x="700688" y="374363"/>
                    <a:pt x="699361" y="325908"/>
                    <a:pt x="693387" y="281436"/>
                  </a:cubicBezTo>
                  <a:cubicBezTo>
                    <a:pt x="672146" y="129434"/>
                    <a:pt x="551341" y="38498"/>
                    <a:pt x="371461" y="38498"/>
                  </a:cubicBezTo>
                  <a:cubicBezTo>
                    <a:pt x="283181" y="38498"/>
                    <a:pt x="208839" y="49118"/>
                    <a:pt x="128524" y="71687"/>
                  </a:cubicBezTo>
                  <a:lnTo>
                    <a:pt x="117903" y="35180"/>
                  </a:lnTo>
                  <a:cubicBezTo>
                    <a:pt x="201538" y="11284"/>
                    <a:pt x="279198" y="0"/>
                    <a:pt x="370797" y="0"/>
                  </a:cubicBezTo>
                  <a:cubicBezTo>
                    <a:pt x="571254" y="0"/>
                    <a:pt x="705335" y="102883"/>
                    <a:pt x="729894" y="275462"/>
                  </a:cubicBezTo>
                  <a:cubicBezTo>
                    <a:pt x="736532" y="322589"/>
                    <a:pt x="737859" y="372372"/>
                    <a:pt x="737859" y="432774"/>
                  </a:cubicBezTo>
                  <a:cubicBezTo>
                    <a:pt x="737859" y="493177"/>
                    <a:pt x="736532" y="542959"/>
                    <a:pt x="729894" y="590086"/>
                  </a:cubicBezTo>
                  <a:cubicBezTo>
                    <a:pt x="705998" y="763329"/>
                    <a:pt x="571254" y="866212"/>
                    <a:pt x="370797" y="866212"/>
                  </a:cubicBezTo>
                  <a:close/>
                  <a:moveTo>
                    <a:pt x="348230" y="725494"/>
                  </a:moveTo>
                  <a:cubicBezTo>
                    <a:pt x="275879" y="725494"/>
                    <a:pt x="220787" y="708900"/>
                    <a:pt x="184944" y="675712"/>
                  </a:cubicBezTo>
                  <a:cubicBezTo>
                    <a:pt x="148436" y="641860"/>
                    <a:pt x="146445" y="602698"/>
                    <a:pt x="146445" y="600707"/>
                  </a:cubicBezTo>
                  <a:cubicBezTo>
                    <a:pt x="143790" y="574820"/>
                    <a:pt x="143790" y="535657"/>
                    <a:pt x="167022" y="509771"/>
                  </a:cubicBezTo>
                  <a:cubicBezTo>
                    <a:pt x="182289" y="493177"/>
                    <a:pt x="204856" y="484548"/>
                    <a:pt x="233399" y="484548"/>
                  </a:cubicBezTo>
                  <a:lnTo>
                    <a:pt x="437838" y="484548"/>
                  </a:lnTo>
                  <a:lnTo>
                    <a:pt x="437838" y="522382"/>
                  </a:lnTo>
                  <a:lnTo>
                    <a:pt x="233399" y="522382"/>
                  </a:lnTo>
                  <a:cubicBezTo>
                    <a:pt x="215477" y="522382"/>
                    <a:pt x="202865" y="526365"/>
                    <a:pt x="194900" y="534994"/>
                  </a:cubicBezTo>
                  <a:cubicBezTo>
                    <a:pt x="181625" y="549597"/>
                    <a:pt x="182289" y="578138"/>
                    <a:pt x="183616" y="598051"/>
                  </a:cubicBezTo>
                  <a:cubicBezTo>
                    <a:pt x="183616" y="602698"/>
                    <a:pt x="190918" y="694297"/>
                    <a:pt x="369470" y="686332"/>
                  </a:cubicBezTo>
                  <a:cubicBezTo>
                    <a:pt x="480319" y="686332"/>
                    <a:pt x="540057" y="643187"/>
                    <a:pt x="552669" y="553579"/>
                  </a:cubicBezTo>
                  <a:cubicBezTo>
                    <a:pt x="558643" y="513090"/>
                    <a:pt x="558643" y="475919"/>
                    <a:pt x="558643" y="432110"/>
                  </a:cubicBezTo>
                  <a:cubicBezTo>
                    <a:pt x="558643" y="388302"/>
                    <a:pt x="558643" y="350468"/>
                    <a:pt x="552669" y="310642"/>
                  </a:cubicBezTo>
                  <a:cubicBezTo>
                    <a:pt x="540057" y="221034"/>
                    <a:pt x="480319" y="177889"/>
                    <a:pt x="370797" y="177889"/>
                  </a:cubicBezTo>
                  <a:cubicBezTo>
                    <a:pt x="294465" y="177889"/>
                    <a:pt x="236053" y="187181"/>
                    <a:pt x="169013" y="209749"/>
                  </a:cubicBezTo>
                  <a:lnTo>
                    <a:pt x="157066" y="173906"/>
                  </a:lnTo>
                  <a:cubicBezTo>
                    <a:pt x="228088" y="150011"/>
                    <a:pt x="290482" y="140054"/>
                    <a:pt x="370797" y="140054"/>
                  </a:cubicBezTo>
                  <a:cubicBezTo>
                    <a:pt x="533420" y="140054"/>
                    <a:pt x="579883" y="229662"/>
                    <a:pt x="590504" y="305332"/>
                  </a:cubicBezTo>
                  <a:cubicBezTo>
                    <a:pt x="597141" y="347812"/>
                    <a:pt x="597141" y="386975"/>
                    <a:pt x="597141" y="432110"/>
                  </a:cubicBezTo>
                  <a:cubicBezTo>
                    <a:pt x="597141" y="477246"/>
                    <a:pt x="597141" y="516409"/>
                    <a:pt x="590504" y="558889"/>
                  </a:cubicBezTo>
                  <a:cubicBezTo>
                    <a:pt x="579883" y="633895"/>
                    <a:pt x="533420" y="723503"/>
                    <a:pt x="370797" y="723503"/>
                  </a:cubicBezTo>
                  <a:cubicBezTo>
                    <a:pt x="363496" y="725494"/>
                    <a:pt x="355531" y="725494"/>
                    <a:pt x="348230" y="725494"/>
                  </a:cubicBezTo>
                  <a:close/>
                </a:path>
              </a:pathLst>
            </a:custGeom>
            <a:solidFill>
              <a:srgbClr val="FFFFFF"/>
            </a:solidFill>
            <a:ln w="6635" cap="flat">
              <a:noFill/>
              <a:prstDash val="solid"/>
              <a:miter/>
            </a:ln>
          </p:spPr>
          <p:txBody>
            <a:bodyPr rtlCol="0" anchor="ctr"/>
            <a:lstStyle/>
            <a:p>
              <a:endParaRPr lang="nl-NL"/>
            </a:p>
          </p:txBody>
        </p:sp>
        <p:sp>
          <p:nvSpPr>
            <p:cNvPr id="18" name="Vrije vorm: vorm 17">
              <a:extLst>
                <a:ext uri="{FF2B5EF4-FFF2-40B4-BE49-F238E27FC236}">
                  <a16:creationId xmlns:a16="http://schemas.microsoft.com/office/drawing/2014/main" id="{8C517F1A-C390-4048-A2F7-90BADC6287E9}"/>
                </a:ext>
              </a:extLst>
            </p:cNvPr>
            <p:cNvSpPr/>
            <p:nvPr/>
          </p:nvSpPr>
          <p:spPr>
            <a:xfrm>
              <a:off x="-244928" y="3240619"/>
              <a:ext cx="2324501" cy="37834"/>
            </a:xfrm>
            <a:custGeom>
              <a:avLst/>
              <a:gdLst>
                <a:gd name="connsiteX0" fmla="*/ 0 w 2324501"/>
                <a:gd name="connsiteY0" fmla="*/ 0 h 37834"/>
                <a:gd name="connsiteX1" fmla="*/ 2324502 w 2324501"/>
                <a:gd name="connsiteY1" fmla="*/ 0 h 37834"/>
                <a:gd name="connsiteX2" fmla="*/ 2324502 w 2324501"/>
                <a:gd name="connsiteY2" fmla="*/ 37834 h 37834"/>
                <a:gd name="connsiteX3" fmla="*/ 0 w 2324501"/>
                <a:gd name="connsiteY3" fmla="*/ 37834 h 37834"/>
              </a:gdLst>
              <a:ahLst/>
              <a:cxnLst>
                <a:cxn ang="0">
                  <a:pos x="connsiteX0" y="connsiteY0"/>
                </a:cxn>
                <a:cxn ang="0">
                  <a:pos x="connsiteX1" y="connsiteY1"/>
                </a:cxn>
                <a:cxn ang="0">
                  <a:pos x="connsiteX2" y="connsiteY2"/>
                </a:cxn>
                <a:cxn ang="0">
                  <a:pos x="connsiteX3" y="connsiteY3"/>
                </a:cxn>
              </a:cxnLst>
              <a:rect l="l" t="t" r="r" b="b"/>
              <a:pathLst>
                <a:path w="2324501" h="37834">
                  <a:moveTo>
                    <a:pt x="0" y="0"/>
                  </a:moveTo>
                  <a:lnTo>
                    <a:pt x="2324502" y="0"/>
                  </a:lnTo>
                  <a:lnTo>
                    <a:pt x="2324502" y="37834"/>
                  </a:lnTo>
                  <a:lnTo>
                    <a:pt x="0" y="37834"/>
                  </a:lnTo>
                </a:path>
              </a:pathLst>
            </a:custGeom>
            <a:solidFill>
              <a:srgbClr val="FFFFFF"/>
            </a:solidFill>
            <a:ln w="6635"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ECAE7855-4660-4B96-A187-F6BCFDA001D5}"/>
                </a:ext>
              </a:extLst>
            </p:cNvPr>
            <p:cNvSpPr/>
            <p:nvPr/>
          </p:nvSpPr>
          <p:spPr>
            <a:xfrm>
              <a:off x="-244928" y="3382001"/>
              <a:ext cx="2324501" cy="37834"/>
            </a:xfrm>
            <a:custGeom>
              <a:avLst/>
              <a:gdLst>
                <a:gd name="connsiteX0" fmla="*/ 0 w 2324501"/>
                <a:gd name="connsiteY0" fmla="*/ 0 h 37834"/>
                <a:gd name="connsiteX1" fmla="*/ 2324502 w 2324501"/>
                <a:gd name="connsiteY1" fmla="*/ 0 h 37834"/>
                <a:gd name="connsiteX2" fmla="*/ 2324502 w 2324501"/>
                <a:gd name="connsiteY2" fmla="*/ 37835 h 37834"/>
                <a:gd name="connsiteX3" fmla="*/ 0 w 2324501"/>
                <a:gd name="connsiteY3" fmla="*/ 37835 h 37834"/>
              </a:gdLst>
              <a:ahLst/>
              <a:cxnLst>
                <a:cxn ang="0">
                  <a:pos x="connsiteX0" y="connsiteY0"/>
                </a:cxn>
                <a:cxn ang="0">
                  <a:pos x="connsiteX1" y="connsiteY1"/>
                </a:cxn>
                <a:cxn ang="0">
                  <a:pos x="connsiteX2" y="connsiteY2"/>
                </a:cxn>
                <a:cxn ang="0">
                  <a:pos x="connsiteX3" y="connsiteY3"/>
                </a:cxn>
              </a:cxnLst>
              <a:rect l="l" t="t" r="r" b="b"/>
              <a:pathLst>
                <a:path w="2324501" h="37834">
                  <a:moveTo>
                    <a:pt x="0" y="0"/>
                  </a:moveTo>
                  <a:lnTo>
                    <a:pt x="2324502" y="0"/>
                  </a:lnTo>
                  <a:lnTo>
                    <a:pt x="2324502" y="37835"/>
                  </a:lnTo>
                  <a:lnTo>
                    <a:pt x="0" y="37835"/>
                  </a:lnTo>
                </a:path>
              </a:pathLst>
            </a:custGeom>
            <a:solidFill>
              <a:srgbClr val="FFFFFF"/>
            </a:solidFill>
            <a:ln w="6635" cap="flat">
              <a:noFill/>
              <a:prstDash val="solid"/>
              <a:miter/>
            </a:ln>
          </p:spPr>
          <p:txBody>
            <a:bodyPr rtlCol="0" anchor="ctr"/>
            <a:lstStyle/>
            <a:p>
              <a:endParaRPr lang="nl-NL"/>
            </a:p>
          </p:txBody>
        </p:sp>
        <p:grpSp>
          <p:nvGrpSpPr>
            <p:cNvPr id="20" name="Graphic 6">
              <a:extLst>
                <a:ext uri="{FF2B5EF4-FFF2-40B4-BE49-F238E27FC236}">
                  <a16:creationId xmlns:a16="http://schemas.microsoft.com/office/drawing/2014/main" id="{0174F7AE-5745-4EEE-B149-5E62DDDE676A}"/>
                </a:ext>
              </a:extLst>
            </p:cNvPr>
            <p:cNvGrpSpPr/>
            <p:nvPr/>
          </p:nvGrpSpPr>
          <p:grpSpPr>
            <a:xfrm>
              <a:off x="9594046" y="-213608"/>
              <a:ext cx="2670985" cy="4088122"/>
              <a:chOff x="9594046" y="-213608"/>
              <a:chExt cx="2670985" cy="4088122"/>
            </a:xfrm>
            <a:solidFill>
              <a:srgbClr val="FFFFFF"/>
            </a:solidFill>
          </p:grpSpPr>
          <p:sp>
            <p:nvSpPr>
              <p:cNvPr id="21" name="Vrije vorm: vorm 20">
                <a:extLst>
                  <a:ext uri="{FF2B5EF4-FFF2-40B4-BE49-F238E27FC236}">
                    <a16:creationId xmlns:a16="http://schemas.microsoft.com/office/drawing/2014/main" id="{DCC43CA8-5D7D-47AB-92F0-2C5272B56AD0}"/>
                  </a:ext>
                </a:extLst>
              </p:cNvPr>
              <p:cNvSpPr/>
              <p:nvPr/>
            </p:nvSpPr>
            <p:spPr>
              <a:xfrm>
                <a:off x="9735427" y="-213608"/>
                <a:ext cx="2529604" cy="3946740"/>
              </a:xfrm>
              <a:custGeom>
                <a:avLst/>
                <a:gdLst>
                  <a:gd name="connsiteX0" fmla="*/ 225680 w 2529604"/>
                  <a:gd name="connsiteY0" fmla="*/ 3908906 h 3946740"/>
                  <a:gd name="connsiteX1" fmla="*/ 43808 w 2529604"/>
                  <a:gd name="connsiteY1" fmla="*/ 3776153 h 3946740"/>
                  <a:gd name="connsiteX2" fmla="*/ 37835 w 2529604"/>
                  <a:gd name="connsiteY2" fmla="*/ 3647383 h 3946740"/>
                  <a:gd name="connsiteX3" fmla="*/ 37835 w 2529604"/>
                  <a:gd name="connsiteY3" fmla="*/ 0 h 3946740"/>
                  <a:gd name="connsiteX4" fmla="*/ 0 w 2529604"/>
                  <a:gd name="connsiteY4" fmla="*/ 0 h 3946740"/>
                  <a:gd name="connsiteX5" fmla="*/ 0 w 2529604"/>
                  <a:gd name="connsiteY5" fmla="*/ 3647383 h 3946740"/>
                  <a:gd name="connsiteX6" fmla="*/ 6638 w 2529604"/>
                  <a:gd name="connsiteY6" fmla="*/ 3781464 h 3946740"/>
                  <a:gd name="connsiteX7" fmla="*/ 226343 w 2529604"/>
                  <a:gd name="connsiteY7" fmla="*/ 3946741 h 3946740"/>
                  <a:gd name="connsiteX8" fmla="*/ 226343 w 2529604"/>
                  <a:gd name="connsiteY8" fmla="*/ 3946741 h 3946740"/>
                  <a:gd name="connsiteX9" fmla="*/ 2529605 w 2529604"/>
                  <a:gd name="connsiteY9" fmla="*/ 3946741 h 3946740"/>
                  <a:gd name="connsiteX10" fmla="*/ 2529605 w 2529604"/>
                  <a:gd name="connsiteY10" fmla="*/ 3908906 h 3946740"/>
                  <a:gd name="connsiteX11" fmla="*/ 225680 w 2529604"/>
                  <a:gd name="connsiteY11" fmla="*/ 3908906 h 3946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604" h="3946740">
                    <a:moveTo>
                      <a:pt x="225680" y="3908906"/>
                    </a:moveTo>
                    <a:cubicBezTo>
                      <a:pt x="115495" y="3908906"/>
                      <a:pt x="55756" y="3865762"/>
                      <a:pt x="43808" y="3776153"/>
                    </a:cubicBezTo>
                    <a:cubicBezTo>
                      <a:pt x="37835" y="3736328"/>
                      <a:pt x="37835" y="3691191"/>
                      <a:pt x="37835" y="3647383"/>
                    </a:cubicBezTo>
                    <a:lnTo>
                      <a:pt x="37835" y="0"/>
                    </a:lnTo>
                    <a:lnTo>
                      <a:pt x="0" y="0"/>
                    </a:lnTo>
                    <a:lnTo>
                      <a:pt x="0" y="3647383"/>
                    </a:lnTo>
                    <a:cubicBezTo>
                      <a:pt x="0" y="3692519"/>
                      <a:pt x="0" y="3738982"/>
                      <a:pt x="6638" y="3781464"/>
                    </a:cubicBezTo>
                    <a:cubicBezTo>
                      <a:pt x="17258" y="3856469"/>
                      <a:pt x="63721" y="3946741"/>
                      <a:pt x="226343" y="3946741"/>
                    </a:cubicBezTo>
                    <a:lnTo>
                      <a:pt x="226343" y="3946741"/>
                    </a:lnTo>
                    <a:lnTo>
                      <a:pt x="2529605" y="3946741"/>
                    </a:lnTo>
                    <a:lnTo>
                      <a:pt x="2529605" y="3908906"/>
                    </a:lnTo>
                    <a:lnTo>
                      <a:pt x="225680" y="3908906"/>
                    </a:lnTo>
                    <a:close/>
                  </a:path>
                </a:pathLst>
              </a:custGeom>
              <a:solidFill>
                <a:srgbClr val="FFFFFF"/>
              </a:solidFill>
              <a:ln w="6635" cap="flat">
                <a:noFill/>
                <a:prstDash val="solid"/>
                <a:miter/>
              </a:ln>
            </p:spPr>
            <p:txBody>
              <a:bodyPr rtlCol="0" anchor="ctr"/>
              <a:lstStyle/>
              <a:p>
                <a:endParaRPr lang="nl-NL"/>
              </a:p>
            </p:txBody>
          </p:sp>
          <p:sp>
            <p:nvSpPr>
              <p:cNvPr id="22" name="Vrije vorm: vorm 21">
                <a:extLst>
                  <a:ext uri="{FF2B5EF4-FFF2-40B4-BE49-F238E27FC236}">
                    <a16:creationId xmlns:a16="http://schemas.microsoft.com/office/drawing/2014/main" id="{687685E8-AFB9-4C04-967C-0900349BDC41}"/>
                  </a:ext>
                </a:extLst>
              </p:cNvPr>
              <p:cNvSpPr/>
              <p:nvPr/>
            </p:nvSpPr>
            <p:spPr>
              <a:xfrm>
                <a:off x="9594046" y="-213608"/>
                <a:ext cx="2670322" cy="4088122"/>
              </a:xfrm>
              <a:custGeom>
                <a:avLst/>
                <a:gdLst>
                  <a:gd name="connsiteX0" fmla="*/ 367061 w 2670322"/>
                  <a:gd name="connsiteY0" fmla="*/ 4050288 h 4088122"/>
                  <a:gd name="connsiteX1" fmla="*/ 45135 w 2670322"/>
                  <a:gd name="connsiteY1" fmla="*/ 3807350 h 4088122"/>
                  <a:gd name="connsiteX2" fmla="*/ 37834 w 2670322"/>
                  <a:gd name="connsiteY2" fmla="*/ 3671942 h 4088122"/>
                  <a:gd name="connsiteX3" fmla="*/ 37834 w 2670322"/>
                  <a:gd name="connsiteY3" fmla="*/ 0 h 4088122"/>
                  <a:gd name="connsiteX4" fmla="*/ 0 w 2670322"/>
                  <a:gd name="connsiteY4" fmla="*/ 0 h 4088122"/>
                  <a:gd name="connsiteX5" fmla="*/ 0 w 2670322"/>
                  <a:gd name="connsiteY5" fmla="*/ 3671942 h 4088122"/>
                  <a:gd name="connsiteX6" fmla="*/ 7965 w 2670322"/>
                  <a:gd name="connsiteY6" fmla="*/ 3812661 h 4088122"/>
                  <a:gd name="connsiteX7" fmla="*/ 367061 w 2670322"/>
                  <a:gd name="connsiteY7" fmla="*/ 4088123 h 4088122"/>
                  <a:gd name="connsiteX8" fmla="*/ 367061 w 2670322"/>
                  <a:gd name="connsiteY8" fmla="*/ 4088123 h 4088122"/>
                  <a:gd name="connsiteX9" fmla="*/ 2670322 w 2670322"/>
                  <a:gd name="connsiteY9" fmla="*/ 4088123 h 4088122"/>
                  <a:gd name="connsiteX10" fmla="*/ 2670322 w 2670322"/>
                  <a:gd name="connsiteY10" fmla="*/ 4050288 h 4088122"/>
                  <a:gd name="connsiteX11" fmla="*/ 367061 w 2670322"/>
                  <a:gd name="connsiteY11" fmla="*/ 4050288 h 4088122"/>
                  <a:gd name="connsiteX12" fmla="*/ 367061 w 2670322"/>
                  <a:gd name="connsiteY12" fmla="*/ 4050288 h 4088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70322" h="4088122">
                    <a:moveTo>
                      <a:pt x="367061" y="4050288"/>
                    </a:moveTo>
                    <a:cubicBezTo>
                      <a:pt x="187181" y="4050288"/>
                      <a:pt x="67040" y="3959352"/>
                      <a:pt x="45135" y="3807350"/>
                    </a:cubicBezTo>
                    <a:cubicBezTo>
                      <a:pt x="38498" y="3760223"/>
                      <a:pt x="37834" y="3702475"/>
                      <a:pt x="37834" y="3671942"/>
                    </a:cubicBezTo>
                    <a:lnTo>
                      <a:pt x="37834" y="0"/>
                    </a:lnTo>
                    <a:lnTo>
                      <a:pt x="0" y="0"/>
                    </a:lnTo>
                    <a:lnTo>
                      <a:pt x="0" y="3671942"/>
                    </a:lnTo>
                    <a:cubicBezTo>
                      <a:pt x="0" y="3703139"/>
                      <a:pt x="1327" y="3762878"/>
                      <a:pt x="7965" y="3812661"/>
                    </a:cubicBezTo>
                    <a:cubicBezTo>
                      <a:pt x="32524" y="3985239"/>
                      <a:pt x="166605" y="4088123"/>
                      <a:pt x="367061" y="4088123"/>
                    </a:cubicBezTo>
                    <a:lnTo>
                      <a:pt x="367061" y="4088123"/>
                    </a:lnTo>
                    <a:lnTo>
                      <a:pt x="2670322" y="4088123"/>
                    </a:lnTo>
                    <a:lnTo>
                      <a:pt x="2670322" y="4050288"/>
                    </a:lnTo>
                    <a:lnTo>
                      <a:pt x="367061" y="4050288"/>
                    </a:lnTo>
                    <a:lnTo>
                      <a:pt x="367061" y="4050288"/>
                    </a:lnTo>
                    <a:close/>
                  </a:path>
                </a:pathLst>
              </a:custGeom>
              <a:solidFill>
                <a:srgbClr val="FFFFFF"/>
              </a:solidFill>
              <a:ln w="6635" cap="flat">
                <a:noFill/>
                <a:prstDash val="solid"/>
                <a:miter/>
              </a:ln>
            </p:spPr>
            <p:txBody>
              <a:bodyPr rtlCol="0" anchor="ctr"/>
              <a:lstStyle/>
              <a:p>
                <a:endParaRPr lang="nl-NL"/>
              </a:p>
            </p:txBody>
          </p:sp>
        </p:grpSp>
      </p:grpSp>
      <p:pic>
        <p:nvPicPr>
          <p:cNvPr id="26" name="Graphic 25">
            <a:extLst>
              <a:ext uri="{FF2B5EF4-FFF2-40B4-BE49-F238E27FC236}">
                <a16:creationId xmlns:a16="http://schemas.microsoft.com/office/drawing/2014/main" id="{04DC0743-9DDC-4086-98F1-CB4BBF4DDC7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57399" y="2755894"/>
            <a:ext cx="7903032" cy="1791620"/>
          </a:xfrm>
          <a:prstGeom prst="rect">
            <a:avLst/>
          </a:prstGeom>
        </p:spPr>
      </p:pic>
    </p:spTree>
    <p:extLst>
      <p:ext uri="{BB962C8B-B14F-4D97-AF65-F5344CB8AC3E}">
        <p14:creationId xmlns:p14="http://schemas.microsoft.com/office/powerpoint/2010/main" val="377336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out)">
                                      <p:cBhvr>
                                        <p:cTn id="7" dur="2000"/>
                                        <p:tgtEl>
                                          <p:spTgt spid="23"/>
                                        </p:tgtEl>
                                      </p:cBhvr>
                                    </p:animEffect>
                                  </p:childTnLst>
                                  <p:subTnLst>
                                    <p:set>
                                      <p:cBhvr override="childStyle">
                                        <p:cTn dur="1" fill="hold" display="0" masterRel="sameClick" afterEffect="1">
                                          <p:stCondLst>
                                            <p:cond evt="end" delay="0">
                                              <p:tn val="5"/>
                                            </p:cond>
                                          </p:stCondLst>
                                        </p:cTn>
                                        <p:tgtEl>
                                          <p:spTgt spid="2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Logo animatie in PowerPoint (EN)">
    <p:bg>
      <p:bgPr>
        <a:solidFill>
          <a:schemeClr val="accent1"/>
        </a:solidFill>
        <a:effectLst/>
      </p:bgPr>
    </p:bg>
    <p:spTree>
      <p:nvGrpSpPr>
        <p:cNvPr id="1" name=""/>
        <p:cNvGrpSpPr/>
        <p:nvPr/>
      </p:nvGrpSpPr>
      <p:grpSpPr>
        <a:xfrm>
          <a:off x="0" y="0"/>
          <a:ext cx="0" cy="0"/>
          <a:chOff x="0" y="0"/>
          <a:chExt cx="0" cy="0"/>
        </a:xfrm>
      </p:grpSpPr>
      <p:grpSp>
        <p:nvGrpSpPr>
          <p:cNvPr id="23" name="Logo compleet">
            <a:extLst>
              <a:ext uri="{FF2B5EF4-FFF2-40B4-BE49-F238E27FC236}">
                <a16:creationId xmlns:a16="http://schemas.microsoft.com/office/drawing/2014/main" id="{E88A1A8D-D395-49D1-ACC5-D6211831C203}"/>
              </a:ext>
            </a:extLst>
          </p:cNvPr>
          <p:cNvGrpSpPr/>
          <p:nvPr userDrawn="1"/>
        </p:nvGrpSpPr>
        <p:grpSpPr>
          <a:xfrm>
            <a:off x="-244928" y="-257152"/>
            <a:ext cx="12509959" cy="7339636"/>
            <a:chOff x="-244928" y="-257152"/>
            <a:chExt cx="12509959" cy="7339636"/>
          </a:xfrm>
        </p:grpSpPr>
        <p:sp>
          <p:nvSpPr>
            <p:cNvPr id="10" name="Vrije vorm: vorm 9">
              <a:extLst>
                <a:ext uri="{FF2B5EF4-FFF2-40B4-BE49-F238E27FC236}">
                  <a16:creationId xmlns:a16="http://schemas.microsoft.com/office/drawing/2014/main" id="{EA4CD4C2-3721-4462-9019-090AAB19184F}"/>
                </a:ext>
              </a:extLst>
            </p:cNvPr>
            <p:cNvSpPr/>
            <p:nvPr/>
          </p:nvSpPr>
          <p:spPr>
            <a:xfrm>
              <a:off x="6730568" y="3008302"/>
              <a:ext cx="734122" cy="4074182"/>
            </a:xfrm>
            <a:custGeom>
              <a:avLst/>
              <a:gdLst>
                <a:gd name="connsiteX0" fmla="*/ 178553 w 734122"/>
                <a:gd name="connsiteY0" fmla="*/ 4074183 h 4074182"/>
                <a:gd name="connsiteX1" fmla="*/ 140718 w 734122"/>
                <a:gd name="connsiteY1" fmla="*/ 4074183 h 4074182"/>
                <a:gd name="connsiteX2" fmla="*/ 140718 w 734122"/>
                <a:gd name="connsiteY2" fmla="*/ 432774 h 4074182"/>
                <a:gd name="connsiteX3" fmla="*/ 147355 w 734122"/>
                <a:gd name="connsiteY3" fmla="*/ 305995 h 4074182"/>
                <a:gd name="connsiteX4" fmla="*/ 367061 w 734122"/>
                <a:gd name="connsiteY4" fmla="*/ 141382 h 4074182"/>
                <a:gd name="connsiteX5" fmla="*/ 586768 w 734122"/>
                <a:gd name="connsiteY5" fmla="*/ 306659 h 4074182"/>
                <a:gd name="connsiteX6" fmla="*/ 593405 w 734122"/>
                <a:gd name="connsiteY6" fmla="*/ 433438 h 4074182"/>
                <a:gd name="connsiteX7" fmla="*/ 586768 w 734122"/>
                <a:gd name="connsiteY7" fmla="*/ 560217 h 4074182"/>
                <a:gd name="connsiteX8" fmla="*/ 367061 w 734122"/>
                <a:gd name="connsiteY8" fmla="*/ 724830 h 4074182"/>
                <a:gd name="connsiteX9" fmla="*/ 298694 w 734122"/>
                <a:gd name="connsiteY9" fmla="*/ 718857 h 4074182"/>
                <a:gd name="connsiteX10" fmla="*/ 305995 w 734122"/>
                <a:gd name="connsiteY10" fmla="*/ 681686 h 4074182"/>
                <a:gd name="connsiteX11" fmla="*/ 367061 w 734122"/>
                <a:gd name="connsiteY11" fmla="*/ 686996 h 4074182"/>
                <a:gd name="connsiteX12" fmla="*/ 548933 w 734122"/>
                <a:gd name="connsiteY12" fmla="*/ 554243 h 4074182"/>
                <a:gd name="connsiteX13" fmla="*/ 554907 w 734122"/>
                <a:gd name="connsiteY13" fmla="*/ 432774 h 4074182"/>
                <a:gd name="connsiteX14" fmla="*/ 548933 w 734122"/>
                <a:gd name="connsiteY14" fmla="*/ 311305 h 4074182"/>
                <a:gd name="connsiteX15" fmla="*/ 367061 w 734122"/>
                <a:gd name="connsiteY15" fmla="*/ 178552 h 4074182"/>
                <a:gd name="connsiteX16" fmla="*/ 185190 w 734122"/>
                <a:gd name="connsiteY16" fmla="*/ 311305 h 4074182"/>
                <a:gd name="connsiteX17" fmla="*/ 179216 w 734122"/>
                <a:gd name="connsiteY17" fmla="*/ 432774 h 4074182"/>
                <a:gd name="connsiteX18" fmla="*/ 179216 w 734122"/>
                <a:gd name="connsiteY18" fmla="*/ 4074183 h 4074182"/>
                <a:gd name="connsiteX19" fmla="*/ 37834 w 734122"/>
                <a:gd name="connsiteY19" fmla="*/ 4074183 h 4074182"/>
                <a:gd name="connsiteX20" fmla="*/ 0 w 734122"/>
                <a:gd name="connsiteY20" fmla="*/ 4074183 h 4074182"/>
                <a:gd name="connsiteX21" fmla="*/ 0 w 734122"/>
                <a:gd name="connsiteY21" fmla="*/ 432774 h 4074182"/>
                <a:gd name="connsiteX22" fmla="*/ 7965 w 734122"/>
                <a:gd name="connsiteY22" fmla="*/ 275462 h 4074182"/>
                <a:gd name="connsiteX23" fmla="*/ 367061 w 734122"/>
                <a:gd name="connsiteY23" fmla="*/ 0 h 4074182"/>
                <a:gd name="connsiteX24" fmla="*/ 726158 w 734122"/>
                <a:gd name="connsiteY24" fmla="*/ 275462 h 4074182"/>
                <a:gd name="connsiteX25" fmla="*/ 734123 w 734122"/>
                <a:gd name="connsiteY25" fmla="*/ 432774 h 4074182"/>
                <a:gd name="connsiteX26" fmla="*/ 726158 w 734122"/>
                <a:gd name="connsiteY26" fmla="*/ 590086 h 4074182"/>
                <a:gd name="connsiteX27" fmla="*/ 367061 w 734122"/>
                <a:gd name="connsiteY27" fmla="*/ 865548 h 4074182"/>
                <a:gd name="connsiteX28" fmla="*/ 300021 w 734122"/>
                <a:gd name="connsiteY28" fmla="*/ 861566 h 4074182"/>
                <a:gd name="connsiteX29" fmla="*/ 304668 w 734122"/>
                <a:gd name="connsiteY29" fmla="*/ 823731 h 4074182"/>
                <a:gd name="connsiteX30" fmla="*/ 366397 w 734122"/>
                <a:gd name="connsiteY30" fmla="*/ 827714 h 4074182"/>
                <a:gd name="connsiteX31" fmla="*/ 688323 w 734122"/>
                <a:gd name="connsiteY31" fmla="*/ 584776 h 4074182"/>
                <a:gd name="connsiteX32" fmla="*/ 695624 w 734122"/>
                <a:gd name="connsiteY32" fmla="*/ 432774 h 4074182"/>
                <a:gd name="connsiteX33" fmla="*/ 688323 w 734122"/>
                <a:gd name="connsiteY33" fmla="*/ 280772 h 4074182"/>
                <a:gd name="connsiteX34" fmla="*/ 366397 w 734122"/>
                <a:gd name="connsiteY34" fmla="*/ 37835 h 4074182"/>
                <a:gd name="connsiteX35" fmla="*/ 44472 w 734122"/>
                <a:gd name="connsiteY35" fmla="*/ 280772 h 4074182"/>
                <a:gd name="connsiteX36" fmla="*/ 37171 w 734122"/>
                <a:gd name="connsiteY36" fmla="*/ 432774 h 4074182"/>
                <a:gd name="connsiteX37" fmla="*/ 37171 w 734122"/>
                <a:gd name="connsiteY37" fmla="*/ 4074183 h 40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34122" h="4074182">
                  <a:moveTo>
                    <a:pt x="178553" y="4074183"/>
                  </a:moveTo>
                  <a:lnTo>
                    <a:pt x="140718" y="4074183"/>
                  </a:lnTo>
                  <a:lnTo>
                    <a:pt x="140718" y="432774"/>
                  </a:lnTo>
                  <a:cubicBezTo>
                    <a:pt x="140718" y="387638"/>
                    <a:pt x="140718" y="348476"/>
                    <a:pt x="147355" y="305995"/>
                  </a:cubicBezTo>
                  <a:cubicBezTo>
                    <a:pt x="157975" y="230990"/>
                    <a:pt x="204439" y="141382"/>
                    <a:pt x="367061" y="141382"/>
                  </a:cubicBezTo>
                  <a:cubicBezTo>
                    <a:pt x="529683" y="141382"/>
                    <a:pt x="576147" y="230990"/>
                    <a:pt x="586768" y="306659"/>
                  </a:cubicBezTo>
                  <a:cubicBezTo>
                    <a:pt x="593405" y="349140"/>
                    <a:pt x="593405" y="388302"/>
                    <a:pt x="593405" y="433438"/>
                  </a:cubicBezTo>
                  <a:cubicBezTo>
                    <a:pt x="593405" y="478574"/>
                    <a:pt x="593405" y="517736"/>
                    <a:pt x="586768" y="560217"/>
                  </a:cubicBezTo>
                  <a:cubicBezTo>
                    <a:pt x="576147" y="635222"/>
                    <a:pt x="529683" y="724830"/>
                    <a:pt x="367061" y="724830"/>
                  </a:cubicBezTo>
                  <a:cubicBezTo>
                    <a:pt x="342502" y="724830"/>
                    <a:pt x="319270" y="722839"/>
                    <a:pt x="298694" y="718857"/>
                  </a:cubicBezTo>
                  <a:lnTo>
                    <a:pt x="305995" y="681686"/>
                  </a:lnTo>
                  <a:cubicBezTo>
                    <a:pt x="323916" y="685004"/>
                    <a:pt x="344494" y="686996"/>
                    <a:pt x="367061" y="686996"/>
                  </a:cubicBezTo>
                  <a:cubicBezTo>
                    <a:pt x="477247" y="686996"/>
                    <a:pt x="536985" y="643851"/>
                    <a:pt x="548933" y="554243"/>
                  </a:cubicBezTo>
                  <a:cubicBezTo>
                    <a:pt x="554907" y="513753"/>
                    <a:pt x="554907" y="476583"/>
                    <a:pt x="554907" y="432774"/>
                  </a:cubicBezTo>
                  <a:cubicBezTo>
                    <a:pt x="554907" y="388966"/>
                    <a:pt x="554907" y="351131"/>
                    <a:pt x="548933" y="311305"/>
                  </a:cubicBezTo>
                  <a:cubicBezTo>
                    <a:pt x="536321" y="221697"/>
                    <a:pt x="476582" y="178552"/>
                    <a:pt x="367061" y="178552"/>
                  </a:cubicBezTo>
                  <a:cubicBezTo>
                    <a:pt x="256876" y="178552"/>
                    <a:pt x="197138" y="221697"/>
                    <a:pt x="185190" y="311305"/>
                  </a:cubicBezTo>
                  <a:cubicBezTo>
                    <a:pt x="179216" y="351795"/>
                    <a:pt x="179216" y="388966"/>
                    <a:pt x="179216" y="432774"/>
                  </a:cubicBezTo>
                  <a:lnTo>
                    <a:pt x="179216" y="4074183"/>
                  </a:lnTo>
                  <a:close/>
                  <a:moveTo>
                    <a:pt x="37834" y="4074183"/>
                  </a:moveTo>
                  <a:lnTo>
                    <a:pt x="0" y="4074183"/>
                  </a:lnTo>
                  <a:lnTo>
                    <a:pt x="0" y="432774"/>
                  </a:lnTo>
                  <a:cubicBezTo>
                    <a:pt x="0" y="372372"/>
                    <a:pt x="1327" y="322589"/>
                    <a:pt x="7965" y="275462"/>
                  </a:cubicBezTo>
                  <a:cubicBezTo>
                    <a:pt x="32525" y="102883"/>
                    <a:pt x="166605" y="0"/>
                    <a:pt x="367061" y="0"/>
                  </a:cubicBezTo>
                  <a:cubicBezTo>
                    <a:pt x="567518" y="0"/>
                    <a:pt x="701598" y="102883"/>
                    <a:pt x="726158" y="275462"/>
                  </a:cubicBezTo>
                  <a:cubicBezTo>
                    <a:pt x="732796" y="322589"/>
                    <a:pt x="734123" y="372372"/>
                    <a:pt x="734123" y="432774"/>
                  </a:cubicBezTo>
                  <a:cubicBezTo>
                    <a:pt x="734123" y="493177"/>
                    <a:pt x="732796" y="542959"/>
                    <a:pt x="726158" y="590086"/>
                  </a:cubicBezTo>
                  <a:cubicBezTo>
                    <a:pt x="701598" y="762665"/>
                    <a:pt x="567518" y="865548"/>
                    <a:pt x="367061" y="865548"/>
                  </a:cubicBezTo>
                  <a:cubicBezTo>
                    <a:pt x="343829" y="865548"/>
                    <a:pt x="321926" y="864221"/>
                    <a:pt x="300021" y="861566"/>
                  </a:cubicBezTo>
                  <a:lnTo>
                    <a:pt x="304668" y="823731"/>
                  </a:lnTo>
                  <a:cubicBezTo>
                    <a:pt x="324581" y="826386"/>
                    <a:pt x="345157" y="827714"/>
                    <a:pt x="366397" y="827714"/>
                  </a:cubicBezTo>
                  <a:cubicBezTo>
                    <a:pt x="546277" y="827714"/>
                    <a:pt x="666419" y="736778"/>
                    <a:pt x="688323" y="584776"/>
                  </a:cubicBezTo>
                  <a:cubicBezTo>
                    <a:pt x="694297" y="539640"/>
                    <a:pt x="695624" y="491186"/>
                    <a:pt x="695624" y="432774"/>
                  </a:cubicBezTo>
                  <a:cubicBezTo>
                    <a:pt x="695624" y="374363"/>
                    <a:pt x="694297" y="325245"/>
                    <a:pt x="688323" y="280772"/>
                  </a:cubicBezTo>
                  <a:cubicBezTo>
                    <a:pt x="667083" y="128770"/>
                    <a:pt x="546277" y="37835"/>
                    <a:pt x="366397" y="37835"/>
                  </a:cubicBezTo>
                  <a:cubicBezTo>
                    <a:pt x="186518" y="37835"/>
                    <a:pt x="66376" y="128770"/>
                    <a:pt x="44472" y="280772"/>
                  </a:cubicBezTo>
                  <a:cubicBezTo>
                    <a:pt x="38498" y="325908"/>
                    <a:pt x="37171" y="374363"/>
                    <a:pt x="37171" y="432774"/>
                  </a:cubicBezTo>
                  <a:lnTo>
                    <a:pt x="37171" y="4074183"/>
                  </a:lnTo>
                  <a:close/>
                </a:path>
              </a:pathLst>
            </a:custGeom>
            <a:solidFill>
              <a:srgbClr val="FFFFFF"/>
            </a:solidFill>
            <a:ln w="6635" cap="flat">
              <a:noFill/>
              <a:prstDash val="solid"/>
              <a:miter/>
            </a:ln>
          </p:spPr>
          <p:txBody>
            <a:bodyPr rtlCol="0" anchor="ctr"/>
            <a:lstStyle/>
            <a:p>
              <a:endParaRPr lang="nl-NL"/>
            </a:p>
          </p:txBody>
        </p:sp>
        <p:sp>
          <p:nvSpPr>
            <p:cNvPr id="11" name="Vrije vorm: vorm 10">
              <a:extLst>
                <a:ext uri="{FF2B5EF4-FFF2-40B4-BE49-F238E27FC236}">
                  <a16:creationId xmlns:a16="http://schemas.microsoft.com/office/drawing/2014/main" id="{FD4ABA49-FA69-4637-9752-2DB63D193E82}"/>
                </a:ext>
              </a:extLst>
            </p:cNvPr>
            <p:cNvSpPr/>
            <p:nvPr/>
          </p:nvSpPr>
          <p:spPr>
            <a:xfrm>
              <a:off x="7679087" y="3008302"/>
              <a:ext cx="734122" cy="4074182"/>
            </a:xfrm>
            <a:custGeom>
              <a:avLst/>
              <a:gdLst>
                <a:gd name="connsiteX0" fmla="*/ 178552 w 734122"/>
                <a:gd name="connsiteY0" fmla="*/ 4074183 h 4074182"/>
                <a:gd name="connsiteX1" fmla="*/ 140718 w 734122"/>
                <a:gd name="connsiteY1" fmla="*/ 4074183 h 4074182"/>
                <a:gd name="connsiteX2" fmla="*/ 140718 w 734122"/>
                <a:gd name="connsiteY2" fmla="*/ 432774 h 4074182"/>
                <a:gd name="connsiteX3" fmla="*/ 147355 w 734122"/>
                <a:gd name="connsiteY3" fmla="*/ 305995 h 4074182"/>
                <a:gd name="connsiteX4" fmla="*/ 367061 w 734122"/>
                <a:gd name="connsiteY4" fmla="*/ 141382 h 4074182"/>
                <a:gd name="connsiteX5" fmla="*/ 586767 w 734122"/>
                <a:gd name="connsiteY5" fmla="*/ 306659 h 4074182"/>
                <a:gd name="connsiteX6" fmla="*/ 593404 w 734122"/>
                <a:gd name="connsiteY6" fmla="*/ 433438 h 4074182"/>
                <a:gd name="connsiteX7" fmla="*/ 586767 w 734122"/>
                <a:gd name="connsiteY7" fmla="*/ 560217 h 4074182"/>
                <a:gd name="connsiteX8" fmla="*/ 367061 w 734122"/>
                <a:gd name="connsiteY8" fmla="*/ 724830 h 4074182"/>
                <a:gd name="connsiteX9" fmla="*/ 298694 w 734122"/>
                <a:gd name="connsiteY9" fmla="*/ 718857 h 4074182"/>
                <a:gd name="connsiteX10" fmla="*/ 305995 w 734122"/>
                <a:gd name="connsiteY10" fmla="*/ 681686 h 4074182"/>
                <a:gd name="connsiteX11" fmla="*/ 367061 w 734122"/>
                <a:gd name="connsiteY11" fmla="*/ 686996 h 4074182"/>
                <a:gd name="connsiteX12" fmla="*/ 548933 w 734122"/>
                <a:gd name="connsiteY12" fmla="*/ 554243 h 4074182"/>
                <a:gd name="connsiteX13" fmla="*/ 554907 w 734122"/>
                <a:gd name="connsiteY13" fmla="*/ 432774 h 4074182"/>
                <a:gd name="connsiteX14" fmla="*/ 548933 w 734122"/>
                <a:gd name="connsiteY14" fmla="*/ 311305 h 4074182"/>
                <a:gd name="connsiteX15" fmla="*/ 367061 w 734122"/>
                <a:gd name="connsiteY15" fmla="*/ 178552 h 4074182"/>
                <a:gd name="connsiteX16" fmla="*/ 185190 w 734122"/>
                <a:gd name="connsiteY16" fmla="*/ 311305 h 4074182"/>
                <a:gd name="connsiteX17" fmla="*/ 179216 w 734122"/>
                <a:gd name="connsiteY17" fmla="*/ 432774 h 4074182"/>
                <a:gd name="connsiteX18" fmla="*/ 179216 w 734122"/>
                <a:gd name="connsiteY18" fmla="*/ 4074183 h 4074182"/>
                <a:gd name="connsiteX19" fmla="*/ 37834 w 734122"/>
                <a:gd name="connsiteY19" fmla="*/ 4074183 h 4074182"/>
                <a:gd name="connsiteX20" fmla="*/ 0 w 734122"/>
                <a:gd name="connsiteY20" fmla="*/ 4074183 h 4074182"/>
                <a:gd name="connsiteX21" fmla="*/ 0 w 734122"/>
                <a:gd name="connsiteY21" fmla="*/ 432774 h 4074182"/>
                <a:gd name="connsiteX22" fmla="*/ 7965 w 734122"/>
                <a:gd name="connsiteY22" fmla="*/ 275462 h 4074182"/>
                <a:gd name="connsiteX23" fmla="*/ 367061 w 734122"/>
                <a:gd name="connsiteY23" fmla="*/ 0 h 4074182"/>
                <a:gd name="connsiteX24" fmla="*/ 726157 w 734122"/>
                <a:gd name="connsiteY24" fmla="*/ 275462 h 4074182"/>
                <a:gd name="connsiteX25" fmla="*/ 734123 w 734122"/>
                <a:gd name="connsiteY25" fmla="*/ 432774 h 4074182"/>
                <a:gd name="connsiteX26" fmla="*/ 726157 w 734122"/>
                <a:gd name="connsiteY26" fmla="*/ 590086 h 4074182"/>
                <a:gd name="connsiteX27" fmla="*/ 367061 w 734122"/>
                <a:gd name="connsiteY27" fmla="*/ 865548 h 4074182"/>
                <a:gd name="connsiteX28" fmla="*/ 300021 w 734122"/>
                <a:gd name="connsiteY28" fmla="*/ 861566 h 4074182"/>
                <a:gd name="connsiteX29" fmla="*/ 304667 w 734122"/>
                <a:gd name="connsiteY29" fmla="*/ 823731 h 4074182"/>
                <a:gd name="connsiteX30" fmla="*/ 366397 w 734122"/>
                <a:gd name="connsiteY30" fmla="*/ 827714 h 4074182"/>
                <a:gd name="connsiteX31" fmla="*/ 688323 w 734122"/>
                <a:gd name="connsiteY31" fmla="*/ 584776 h 4074182"/>
                <a:gd name="connsiteX32" fmla="*/ 695624 w 734122"/>
                <a:gd name="connsiteY32" fmla="*/ 432774 h 4074182"/>
                <a:gd name="connsiteX33" fmla="*/ 688323 w 734122"/>
                <a:gd name="connsiteY33" fmla="*/ 280772 h 4074182"/>
                <a:gd name="connsiteX34" fmla="*/ 366397 w 734122"/>
                <a:gd name="connsiteY34" fmla="*/ 37835 h 4074182"/>
                <a:gd name="connsiteX35" fmla="*/ 44472 w 734122"/>
                <a:gd name="connsiteY35" fmla="*/ 280772 h 4074182"/>
                <a:gd name="connsiteX36" fmla="*/ 37171 w 734122"/>
                <a:gd name="connsiteY36" fmla="*/ 432774 h 4074182"/>
                <a:gd name="connsiteX37" fmla="*/ 37171 w 734122"/>
                <a:gd name="connsiteY37" fmla="*/ 4074183 h 40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34122" h="4074182">
                  <a:moveTo>
                    <a:pt x="178552" y="4074183"/>
                  </a:moveTo>
                  <a:lnTo>
                    <a:pt x="140718" y="4074183"/>
                  </a:lnTo>
                  <a:lnTo>
                    <a:pt x="140718" y="432774"/>
                  </a:lnTo>
                  <a:cubicBezTo>
                    <a:pt x="140718" y="387638"/>
                    <a:pt x="140718" y="348476"/>
                    <a:pt x="147355" y="305995"/>
                  </a:cubicBezTo>
                  <a:cubicBezTo>
                    <a:pt x="157975" y="230990"/>
                    <a:pt x="204439" y="141382"/>
                    <a:pt x="367061" y="141382"/>
                  </a:cubicBezTo>
                  <a:cubicBezTo>
                    <a:pt x="529683" y="141382"/>
                    <a:pt x="576147" y="230990"/>
                    <a:pt x="586767" y="306659"/>
                  </a:cubicBezTo>
                  <a:cubicBezTo>
                    <a:pt x="593404" y="349140"/>
                    <a:pt x="593404" y="388302"/>
                    <a:pt x="593404" y="433438"/>
                  </a:cubicBezTo>
                  <a:cubicBezTo>
                    <a:pt x="593404" y="478574"/>
                    <a:pt x="593404" y="517736"/>
                    <a:pt x="586767" y="560217"/>
                  </a:cubicBezTo>
                  <a:cubicBezTo>
                    <a:pt x="576147" y="635222"/>
                    <a:pt x="529683" y="724830"/>
                    <a:pt x="367061" y="724830"/>
                  </a:cubicBezTo>
                  <a:cubicBezTo>
                    <a:pt x="342502" y="724830"/>
                    <a:pt x="319270" y="722839"/>
                    <a:pt x="298694" y="718857"/>
                  </a:cubicBezTo>
                  <a:lnTo>
                    <a:pt x="305995" y="681686"/>
                  </a:lnTo>
                  <a:cubicBezTo>
                    <a:pt x="323916" y="685004"/>
                    <a:pt x="344493" y="686996"/>
                    <a:pt x="367061" y="686996"/>
                  </a:cubicBezTo>
                  <a:cubicBezTo>
                    <a:pt x="477246" y="686996"/>
                    <a:pt x="536984" y="643851"/>
                    <a:pt x="548933" y="554243"/>
                  </a:cubicBezTo>
                  <a:cubicBezTo>
                    <a:pt x="554907" y="513753"/>
                    <a:pt x="554907" y="476583"/>
                    <a:pt x="554907" y="432774"/>
                  </a:cubicBezTo>
                  <a:cubicBezTo>
                    <a:pt x="554907" y="388966"/>
                    <a:pt x="554907" y="351131"/>
                    <a:pt x="548933" y="311305"/>
                  </a:cubicBezTo>
                  <a:cubicBezTo>
                    <a:pt x="536321" y="221697"/>
                    <a:pt x="476582" y="178552"/>
                    <a:pt x="367061" y="178552"/>
                  </a:cubicBezTo>
                  <a:cubicBezTo>
                    <a:pt x="257540" y="178552"/>
                    <a:pt x="197138" y="221697"/>
                    <a:pt x="185190" y="311305"/>
                  </a:cubicBezTo>
                  <a:cubicBezTo>
                    <a:pt x="179216" y="351795"/>
                    <a:pt x="179216" y="388966"/>
                    <a:pt x="179216" y="432774"/>
                  </a:cubicBezTo>
                  <a:lnTo>
                    <a:pt x="179216" y="4074183"/>
                  </a:lnTo>
                  <a:close/>
                  <a:moveTo>
                    <a:pt x="37834" y="4074183"/>
                  </a:moveTo>
                  <a:lnTo>
                    <a:pt x="0" y="4074183"/>
                  </a:lnTo>
                  <a:lnTo>
                    <a:pt x="0" y="432774"/>
                  </a:lnTo>
                  <a:cubicBezTo>
                    <a:pt x="0" y="372372"/>
                    <a:pt x="1327" y="322589"/>
                    <a:pt x="7965" y="275462"/>
                  </a:cubicBezTo>
                  <a:cubicBezTo>
                    <a:pt x="32524" y="102883"/>
                    <a:pt x="166605" y="0"/>
                    <a:pt x="367061" y="0"/>
                  </a:cubicBezTo>
                  <a:cubicBezTo>
                    <a:pt x="567518" y="0"/>
                    <a:pt x="701598" y="102883"/>
                    <a:pt x="726157" y="275462"/>
                  </a:cubicBezTo>
                  <a:cubicBezTo>
                    <a:pt x="732795" y="322589"/>
                    <a:pt x="734123" y="372372"/>
                    <a:pt x="734123" y="432774"/>
                  </a:cubicBezTo>
                  <a:cubicBezTo>
                    <a:pt x="734123" y="493177"/>
                    <a:pt x="732795" y="542959"/>
                    <a:pt x="726157" y="590086"/>
                  </a:cubicBezTo>
                  <a:cubicBezTo>
                    <a:pt x="701598" y="762665"/>
                    <a:pt x="567518" y="865548"/>
                    <a:pt x="367061" y="865548"/>
                  </a:cubicBezTo>
                  <a:cubicBezTo>
                    <a:pt x="343829" y="865548"/>
                    <a:pt x="321926" y="864221"/>
                    <a:pt x="300021" y="861566"/>
                  </a:cubicBezTo>
                  <a:lnTo>
                    <a:pt x="304667" y="823731"/>
                  </a:lnTo>
                  <a:cubicBezTo>
                    <a:pt x="324580" y="826386"/>
                    <a:pt x="345157" y="827714"/>
                    <a:pt x="366397" y="827714"/>
                  </a:cubicBezTo>
                  <a:cubicBezTo>
                    <a:pt x="546277" y="827714"/>
                    <a:pt x="666418" y="736778"/>
                    <a:pt x="688323" y="584776"/>
                  </a:cubicBezTo>
                  <a:cubicBezTo>
                    <a:pt x="694297" y="539640"/>
                    <a:pt x="695624" y="491186"/>
                    <a:pt x="695624" y="432774"/>
                  </a:cubicBezTo>
                  <a:cubicBezTo>
                    <a:pt x="695624" y="374363"/>
                    <a:pt x="694297" y="325245"/>
                    <a:pt x="688323" y="280772"/>
                  </a:cubicBezTo>
                  <a:cubicBezTo>
                    <a:pt x="667083" y="128770"/>
                    <a:pt x="546277" y="37835"/>
                    <a:pt x="366397" y="37835"/>
                  </a:cubicBezTo>
                  <a:cubicBezTo>
                    <a:pt x="186518" y="37835"/>
                    <a:pt x="66376" y="128770"/>
                    <a:pt x="44472" y="280772"/>
                  </a:cubicBezTo>
                  <a:cubicBezTo>
                    <a:pt x="38498" y="325908"/>
                    <a:pt x="37171" y="374363"/>
                    <a:pt x="37171" y="432774"/>
                  </a:cubicBezTo>
                  <a:lnTo>
                    <a:pt x="37171" y="4074183"/>
                  </a:lnTo>
                  <a:close/>
                </a:path>
              </a:pathLst>
            </a:custGeom>
            <a:solidFill>
              <a:srgbClr val="FFFFFF"/>
            </a:solidFill>
            <a:ln w="6635" cap="flat">
              <a:noFill/>
              <a:prstDash val="solid"/>
              <a:miter/>
            </a:ln>
          </p:spPr>
          <p:txBody>
            <a:bodyPr rtlCol="0" anchor="ctr"/>
            <a:lstStyle/>
            <a:p>
              <a:endParaRPr lang="nl-NL"/>
            </a:p>
          </p:txBody>
        </p:sp>
        <p:sp>
          <p:nvSpPr>
            <p:cNvPr id="12" name="Vrije vorm: vorm 11">
              <a:extLst>
                <a:ext uri="{FF2B5EF4-FFF2-40B4-BE49-F238E27FC236}">
                  <a16:creationId xmlns:a16="http://schemas.microsoft.com/office/drawing/2014/main" id="{B8F7C213-1D07-496A-807A-52B49274AA47}"/>
                </a:ext>
              </a:extLst>
            </p:cNvPr>
            <p:cNvSpPr/>
            <p:nvPr/>
          </p:nvSpPr>
          <p:spPr>
            <a:xfrm>
              <a:off x="3068582" y="3008966"/>
              <a:ext cx="734122" cy="865548"/>
            </a:xfrm>
            <a:custGeom>
              <a:avLst/>
              <a:gdLst>
                <a:gd name="connsiteX0" fmla="*/ 367061 w 734122"/>
                <a:gd name="connsiteY0" fmla="*/ 865548 h 865548"/>
                <a:gd name="connsiteX1" fmla="*/ 7965 w 734122"/>
                <a:gd name="connsiteY1" fmla="*/ 590086 h 865548"/>
                <a:gd name="connsiteX2" fmla="*/ 0 w 734122"/>
                <a:gd name="connsiteY2" fmla="*/ 432774 h 865548"/>
                <a:gd name="connsiteX3" fmla="*/ 7965 w 734122"/>
                <a:gd name="connsiteY3" fmla="*/ 275462 h 865548"/>
                <a:gd name="connsiteX4" fmla="*/ 367061 w 734122"/>
                <a:gd name="connsiteY4" fmla="*/ 0 h 865548"/>
                <a:gd name="connsiteX5" fmla="*/ 726158 w 734122"/>
                <a:gd name="connsiteY5" fmla="*/ 275462 h 865548"/>
                <a:gd name="connsiteX6" fmla="*/ 734123 w 734122"/>
                <a:gd name="connsiteY6" fmla="*/ 432774 h 865548"/>
                <a:gd name="connsiteX7" fmla="*/ 726158 w 734122"/>
                <a:gd name="connsiteY7" fmla="*/ 590086 h 865548"/>
                <a:gd name="connsiteX8" fmla="*/ 367061 w 734122"/>
                <a:gd name="connsiteY8" fmla="*/ 865548 h 865548"/>
                <a:gd name="connsiteX9" fmla="*/ 367061 w 734122"/>
                <a:gd name="connsiteY9" fmla="*/ 37171 h 865548"/>
                <a:gd name="connsiteX10" fmla="*/ 45136 w 734122"/>
                <a:gd name="connsiteY10" fmla="*/ 280108 h 865548"/>
                <a:gd name="connsiteX11" fmla="*/ 37834 w 734122"/>
                <a:gd name="connsiteY11" fmla="*/ 432110 h 865548"/>
                <a:gd name="connsiteX12" fmla="*/ 45136 w 734122"/>
                <a:gd name="connsiteY12" fmla="*/ 584112 h 865548"/>
                <a:gd name="connsiteX13" fmla="*/ 367061 w 734122"/>
                <a:gd name="connsiteY13" fmla="*/ 827050 h 865548"/>
                <a:gd name="connsiteX14" fmla="*/ 688987 w 734122"/>
                <a:gd name="connsiteY14" fmla="*/ 584112 h 865548"/>
                <a:gd name="connsiteX15" fmla="*/ 696288 w 734122"/>
                <a:gd name="connsiteY15" fmla="*/ 432110 h 865548"/>
                <a:gd name="connsiteX16" fmla="*/ 688987 w 734122"/>
                <a:gd name="connsiteY16" fmla="*/ 280108 h 865548"/>
                <a:gd name="connsiteX17" fmla="*/ 367061 w 734122"/>
                <a:gd name="connsiteY17" fmla="*/ 37171 h 865548"/>
                <a:gd name="connsiteX18" fmla="*/ 367061 w 734122"/>
                <a:gd name="connsiteY18" fmla="*/ 724166 h 865548"/>
                <a:gd name="connsiteX19" fmla="*/ 147356 w 734122"/>
                <a:gd name="connsiteY19" fmla="*/ 558889 h 865548"/>
                <a:gd name="connsiteX20" fmla="*/ 140718 w 734122"/>
                <a:gd name="connsiteY20" fmla="*/ 432110 h 865548"/>
                <a:gd name="connsiteX21" fmla="*/ 147356 w 734122"/>
                <a:gd name="connsiteY21" fmla="*/ 305331 h 865548"/>
                <a:gd name="connsiteX22" fmla="*/ 367061 w 734122"/>
                <a:gd name="connsiteY22" fmla="*/ 140718 h 865548"/>
                <a:gd name="connsiteX23" fmla="*/ 586767 w 734122"/>
                <a:gd name="connsiteY23" fmla="*/ 305995 h 865548"/>
                <a:gd name="connsiteX24" fmla="*/ 593405 w 734122"/>
                <a:gd name="connsiteY24" fmla="*/ 432774 h 865548"/>
                <a:gd name="connsiteX25" fmla="*/ 586767 w 734122"/>
                <a:gd name="connsiteY25" fmla="*/ 559553 h 865548"/>
                <a:gd name="connsiteX26" fmla="*/ 367061 w 734122"/>
                <a:gd name="connsiteY26" fmla="*/ 724166 h 865548"/>
                <a:gd name="connsiteX27" fmla="*/ 367061 w 734122"/>
                <a:gd name="connsiteY27" fmla="*/ 178553 h 865548"/>
                <a:gd name="connsiteX28" fmla="*/ 185190 w 734122"/>
                <a:gd name="connsiteY28" fmla="*/ 311305 h 865548"/>
                <a:gd name="connsiteX29" fmla="*/ 179216 w 734122"/>
                <a:gd name="connsiteY29" fmla="*/ 432774 h 865548"/>
                <a:gd name="connsiteX30" fmla="*/ 185190 w 734122"/>
                <a:gd name="connsiteY30" fmla="*/ 554243 h 865548"/>
                <a:gd name="connsiteX31" fmla="*/ 367061 w 734122"/>
                <a:gd name="connsiteY31" fmla="*/ 686996 h 865548"/>
                <a:gd name="connsiteX32" fmla="*/ 548933 w 734122"/>
                <a:gd name="connsiteY32" fmla="*/ 554243 h 865548"/>
                <a:gd name="connsiteX33" fmla="*/ 554907 w 734122"/>
                <a:gd name="connsiteY33" fmla="*/ 432774 h 865548"/>
                <a:gd name="connsiteX34" fmla="*/ 548933 w 734122"/>
                <a:gd name="connsiteY34" fmla="*/ 311305 h 865548"/>
                <a:gd name="connsiteX35" fmla="*/ 367061 w 734122"/>
                <a:gd name="connsiteY35" fmla="*/ 178553 h 865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34122" h="865548">
                  <a:moveTo>
                    <a:pt x="367061" y="865548"/>
                  </a:moveTo>
                  <a:cubicBezTo>
                    <a:pt x="166605" y="865548"/>
                    <a:pt x="32524" y="762665"/>
                    <a:pt x="7965" y="590086"/>
                  </a:cubicBezTo>
                  <a:cubicBezTo>
                    <a:pt x="1327" y="542959"/>
                    <a:pt x="0" y="493177"/>
                    <a:pt x="0" y="432774"/>
                  </a:cubicBezTo>
                  <a:cubicBezTo>
                    <a:pt x="0" y="372371"/>
                    <a:pt x="1327" y="322589"/>
                    <a:pt x="7965" y="275462"/>
                  </a:cubicBezTo>
                  <a:cubicBezTo>
                    <a:pt x="32524" y="102883"/>
                    <a:pt x="166605" y="0"/>
                    <a:pt x="367061" y="0"/>
                  </a:cubicBezTo>
                  <a:cubicBezTo>
                    <a:pt x="567518" y="0"/>
                    <a:pt x="701599" y="102883"/>
                    <a:pt x="726158" y="275462"/>
                  </a:cubicBezTo>
                  <a:cubicBezTo>
                    <a:pt x="732795" y="322589"/>
                    <a:pt x="734123" y="372371"/>
                    <a:pt x="734123" y="432774"/>
                  </a:cubicBezTo>
                  <a:cubicBezTo>
                    <a:pt x="734123" y="493177"/>
                    <a:pt x="732795" y="542959"/>
                    <a:pt x="726158" y="590086"/>
                  </a:cubicBezTo>
                  <a:cubicBezTo>
                    <a:pt x="702262" y="762665"/>
                    <a:pt x="567518" y="865548"/>
                    <a:pt x="367061" y="865548"/>
                  </a:cubicBezTo>
                  <a:close/>
                  <a:moveTo>
                    <a:pt x="367061" y="37171"/>
                  </a:moveTo>
                  <a:cubicBezTo>
                    <a:pt x="187182" y="37171"/>
                    <a:pt x="67040" y="128106"/>
                    <a:pt x="45136" y="280108"/>
                  </a:cubicBezTo>
                  <a:cubicBezTo>
                    <a:pt x="39162" y="325244"/>
                    <a:pt x="37834" y="373699"/>
                    <a:pt x="37834" y="432110"/>
                  </a:cubicBezTo>
                  <a:cubicBezTo>
                    <a:pt x="37834" y="491185"/>
                    <a:pt x="39162" y="539640"/>
                    <a:pt x="45136" y="584112"/>
                  </a:cubicBezTo>
                  <a:cubicBezTo>
                    <a:pt x="66376" y="736114"/>
                    <a:pt x="187182" y="827050"/>
                    <a:pt x="367061" y="827050"/>
                  </a:cubicBezTo>
                  <a:cubicBezTo>
                    <a:pt x="546941" y="827050"/>
                    <a:pt x="667083" y="736114"/>
                    <a:pt x="688987" y="584112"/>
                  </a:cubicBezTo>
                  <a:cubicBezTo>
                    <a:pt x="694961" y="538976"/>
                    <a:pt x="696288" y="490522"/>
                    <a:pt x="696288" y="432110"/>
                  </a:cubicBezTo>
                  <a:cubicBezTo>
                    <a:pt x="696288" y="373035"/>
                    <a:pt x="694961" y="324581"/>
                    <a:pt x="688987" y="280108"/>
                  </a:cubicBezTo>
                  <a:cubicBezTo>
                    <a:pt x="667746" y="128106"/>
                    <a:pt x="546941" y="37171"/>
                    <a:pt x="367061" y="37171"/>
                  </a:cubicBezTo>
                  <a:close/>
                  <a:moveTo>
                    <a:pt x="367061" y="724166"/>
                  </a:moveTo>
                  <a:cubicBezTo>
                    <a:pt x="204439" y="724166"/>
                    <a:pt x="157976" y="634558"/>
                    <a:pt x="147356" y="558889"/>
                  </a:cubicBezTo>
                  <a:cubicBezTo>
                    <a:pt x="140718" y="516408"/>
                    <a:pt x="140718" y="477246"/>
                    <a:pt x="140718" y="432110"/>
                  </a:cubicBezTo>
                  <a:cubicBezTo>
                    <a:pt x="140718" y="386974"/>
                    <a:pt x="140718" y="347812"/>
                    <a:pt x="147356" y="305331"/>
                  </a:cubicBezTo>
                  <a:cubicBezTo>
                    <a:pt x="157976" y="230326"/>
                    <a:pt x="204439" y="140718"/>
                    <a:pt x="367061" y="140718"/>
                  </a:cubicBezTo>
                  <a:cubicBezTo>
                    <a:pt x="529684" y="140718"/>
                    <a:pt x="576147" y="230326"/>
                    <a:pt x="586767" y="305995"/>
                  </a:cubicBezTo>
                  <a:cubicBezTo>
                    <a:pt x="593405" y="348476"/>
                    <a:pt x="593405" y="387638"/>
                    <a:pt x="593405" y="432774"/>
                  </a:cubicBezTo>
                  <a:cubicBezTo>
                    <a:pt x="593405" y="477910"/>
                    <a:pt x="593405" y="517072"/>
                    <a:pt x="586767" y="559553"/>
                  </a:cubicBezTo>
                  <a:cubicBezTo>
                    <a:pt x="576147" y="634558"/>
                    <a:pt x="529684" y="724166"/>
                    <a:pt x="367061" y="724166"/>
                  </a:cubicBezTo>
                  <a:close/>
                  <a:moveTo>
                    <a:pt x="367061" y="178553"/>
                  </a:moveTo>
                  <a:cubicBezTo>
                    <a:pt x="256877" y="178553"/>
                    <a:pt x="197138" y="221697"/>
                    <a:pt x="185190" y="311305"/>
                  </a:cubicBezTo>
                  <a:cubicBezTo>
                    <a:pt x="179216" y="351795"/>
                    <a:pt x="179216" y="388966"/>
                    <a:pt x="179216" y="432774"/>
                  </a:cubicBezTo>
                  <a:cubicBezTo>
                    <a:pt x="179216" y="476582"/>
                    <a:pt x="179216" y="514417"/>
                    <a:pt x="185190" y="554243"/>
                  </a:cubicBezTo>
                  <a:cubicBezTo>
                    <a:pt x="197802" y="643851"/>
                    <a:pt x="257540" y="686996"/>
                    <a:pt x="367061" y="686996"/>
                  </a:cubicBezTo>
                  <a:cubicBezTo>
                    <a:pt x="477246" y="686996"/>
                    <a:pt x="536985" y="643851"/>
                    <a:pt x="548933" y="554243"/>
                  </a:cubicBezTo>
                  <a:cubicBezTo>
                    <a:pt x="554907" y="513753"/>
                    <a:pt x="554907" y="476582"/>
                    <a:pt x="554907" y="432774"/>
                  </a:cubicBezTo>
                  <a:cubicBezTo>
                    <a:pt x="554907" y="388966"/>
                    <a:pt x="554907" y="351131"/>
                    <a:pt x="548933" y="311305"/>
                  </a:cubicBezTo>
                  <a:cubicBezTo>
                    <a:pt x="536985" y="221697"/>
                    <a:pt x="477246" y="178553"/>
                    <a:pt x="367061" y="178553"/>
                  </a:cubicBezTo>
                  <a:close/>
                </a:path>
              </a:pathLst>
            </a:custGeom>
            <a:solidFill>
              <a:srgbClr val="FFFFFF"/>
            </a:solidFill>
            <a:ln w="6635"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A951D42D-E9F9-468C-85CD-D147B6DF5DD4}"/>
                </a:ext>
              </a:extLst>
            </p:cNvPr>
            <p:cNvSpPr/>
            <p:nvPr/>
          </p:nvSpPr>
          <p:spPr>
            <a:xfrm>
              <a:off x="4877339" y="-213608"/>
              <a:ext cx="734122" cy="4088122"/>
            </a:xfrm>
            <a:custGeom>
              <a:avLst/>
              <a:gdLst>
                <a:gd name="connsiteX0" fmla="*/ 367061 w 734122"/>
                <a:gd name="connsiteY0" fmla="*/ 4088123 h 4088122"/>
                <a:gd name="connsiteX1" fmla="*/ 7965 w 734122"/>
                <a:gd name="connsiteY1" fmla="*/ 3812661 h 4088122"/>
                <a:gd name="connsiteX2" fmla="*/ 0 w 734122"/>
                <a:gd name="connsiteY2" fmla="*/ 3655348 h 4088122"/>
                <a:gd name="connsiteX3" fmla="*/ 7965 w 734122"/>
                <a:gd name="connsiteY3" fmla="*/ 3498036 h 4088122"/>
                <a:gd name="connsiteX4" fmla="*/ 367061 w 734122"/>
                <a:gd name="connsiteY4" fmla="*/ 3222574 h 4088122"/>
                <a:gd name="connsiteX5" fmla="*/ 434101 w 734122"/>
                <a:gd name="connsiteY5" fmla="*/ 3226557 h 4088122"/>
                <a:gd name="connsiteX6" fmla="*/ 429455 w 734122"/>
                <a:gd name="connsiteY6" fmla="*/ 3264391 h 4088122"/>
                <a:gd name="connsiteX7" fmla="*/ 367061 w 734122"/>
                <a:gd name="connsiteY7" fmla="*/ 3260409 h 4088122"/>
                <a:gd name="connsiteX8" fmla="*/ 45136 w 734122"/>
                <a:gd name="connsiteY8" fmla="*/ 3503346 h 4088122"/>
                <a:gd name="connsiteX9" fmla="*/ 37835 w 734122"/>
                <a:gd name="connsiteY9" fmla="*/ 3655348 h 4088122"/>
                <a:gd name="connsiteX10" fmla="*/ 45136 w 734122"/>
                <a:gd name="connsiteY10" fmla="*/ 3807350 h 4088122"/>
                <a:gd name="connsiteX11" fmla="*/ 367061 w 734122"/>
                <a:gd name="connsiteY11" fmla="*/ 4050288 h 4088122"/>
                <a:gd name="connsiteX12" fmla="*/ 688987 w 734122"/>
                <a:gd name="connsiteY12" fmla="*/ 3807350 h 4088122"/>
                <a:gd name="connsiteX13" fmla="*/ 696288 w 734122"/>
                <a:gd name="connsiteY13" fmla="*/ 3655348 h 4088122"/>
                <a:gd name="connsiteX14" fmla="*/ 696288 w 734122"/>
                <a:gd name="connsiteY14" fmla="*/ 0 h 4088122"/>
                <a:gd name="connsiteX15" fmla="*/ 734123 w 734122"/>
                <a:gd name="connsiteY15" fmla="*/ 0 h 4088122"/>
                <a:gd name="connsiteX16" fmla="*/ 734123 w 734122"/>
                <a:gd name="connsiteY16" fmla="*/ 3655348 h 4088122"/>
                <a:gd name="connsiteX17" fmla="*/ 726158 w 734122"/>
                <a:gd name="connsiteY17" fmla="*/ 3812661 h 4088122"/>
                <a:gd name="connsiteX18" fmla="*/ 367061 w 734122"/>
                <a:gd name="connsiteY18" fmla="*/ 4088123 h 4088122"/>
                <a:gd name="connsiteX19" fmla="*/ 367061 w 734122"/>
                <a:gd name="connsiteY19" fmla="*/ 3946741 h 4088122"/>
                <a:gd name="connsiteX20" fmla="*/ 147356 w 734122"/>
                <a:gd name="connsiteY20" fmla="*/ 3781464 h 4088122"/>
                <a:gd name="connsiteX21" fmla="*/ 140718 w 734122"/>
                <a:gd name="connsiteY21" fmla="*/ 3654684 h 4088122"/>
                <a:gd name="connsiteX22" fmla="*/ 147356 w 734122"/>
                <a:gd name="connsiteY22" fmla="*/ 3527906 h 4088122"/>
                <a:gd name="connsiteX23" fmla="*/ 367061 w 734122"/>
                <a:gd name="connsiteY23" fmla="*/ 3363292 h 4088122"/>
                <a:gd name="connsiteX24" fmla="*/ 435429 w 734122"/>
                <a:gd name="connsiteY24" fmla="*/ 3369266 h 4088122"/>
                <a:gd name="connsiteX25" fmla="*/ 428128 w 734122"/>
                <a:gd name="connsiteY25" fmla="*/ 3406437 h 4088122"/>
                <a:gd name="connsiteX26" fmla="*/ 367061 w 734122"/>
                <a:gd name="connsiteY26" fmla="*/ 3401127 h 4088122"/>
                <a:gd name="connsiteX27" fmla="*/ 185190 w 734122"/>
                <a:gd name="connsiteY27" fmla="*/ 3533880 h 4088122"/>
                <a:gd name="connsiteX28" fmla="*/ 179216 w 734122"/>
                <a:gd name="connsiteY28" fmla="*/ 3655348 h 4088122"/>
                <a:gd name="connsiteX29" fmla="*/ 185190 w 734122"/>
                <a:gd name="connsiteY29" fmla="*/ 3776817 h 4088122"/>
                <a:gd name="connsiteX30" fmla="*/ 367061 w 734122"/>
                <a:gd name="connsiteY30" fmla="*/ 3909570 h 4088122"/>
                <a:gd name="connsiteX31" fmla="*/ 548933 w 734122"/>
                <a:gd name="connsiteY31" fmla="*/ 3776817 h 4088122"/>
                <a:gd name="connsiteX32" fmla="*/ 554907 w 734122"/>
                <a:gd name="connsiteY32" fmla="*/ 3655348 h 4088122"/>
                <a:gd name="connsiteX33" fmla="*/ 554907 w 734122"/>
                <a:gd name="connsiteY33" fmla="*/ 0 h 4088122"/>
                <a:gd name="connsiteX34" fmla="*/ 592741 w 734122"/>
                <a:gd name="connsiteY34" fmla="*/ 0 h 4088122"/>
                <a:gd name="connsiteX35" fmla="*/ 592741 w 734122"/>
                <a:gd name="connsiteY35" fmla="*/ 3655348 h 4088122"/>
                <a:gd name="connsiteX36" fmla="*/ 586104 w 734122"/>
                <a:gd name="connsiteY36" fmla="*/ 3782127 h 4088122"/>
                <a:gd name="connsiteX37" fmla="*/ 367061 w 734122"/>
                <a:gd name="connsiteY37" fmla="*/ 3946741 h 4088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34122" h="4088122">
                  <a:moveTo>
                    <a:pt x="367061" y="4088123"/>
                  </a:moveTo>
                  <a:cubicBezTo>
                    <a:pt x="166605" y="4088123"/>
                    <a:pt x="32524" y="3985239"/>
                    <a:pt x="7965" y="3812661"/>
                  </a:cubicBezTo>
                  <a:cubicBezTo>
                    <a:pt x="1328" y="3765533"/>
                    <a:pt x="0" y="3715751"/>
                    <a:pt x="0" y="3655348"/>
                  </a:cubicBezTo>
                  <a:cubicBezTo>
                    <a:pt x="0" y="3594946"/>
                    <a:pt x="1328" y="3545163"/>
                    <a:pt x="7965" y="3498036"/>
                  </a:cubicBezTo>
                  <a:cubicBezTo>
                    <a:pt x="32524" y="3325458"/>
                    <a:pt x="166605" y="3222574"/>
                    <a:pt x="367061" y="3222574"/>
                  </a:cubicBezTo>
                  <a:cubicBezTo>
                    <a:pt x="390293" y="3222574"/>
                    <a:pt x="412197" y="3223902"/>
                    <a:pt x="434101" y="3226557"/>
                  </a:cubicBezTo>
                  <a:lnTo>
                    <a:pt x="429455" y="3264391"/>
                  </a:lnTo>
                  <a:cubicBezTo>
                    <a:pt x="409543" y="3261736"/>
                    <a:pt x="388966" y="3260409"/>
                    <a:pt x="367061" y="3260409"/>
                  </a:cubicBezTo>
                  <a:cubicBezTo>
                    <a:pt x="187182" y="3260409"/>
                    <a:pt x="67040" y="3351344"/>
                    <a:pt x="45136" y="3503346"/>
                  </a:cubicBezTo>
                  <a:cubicBezTo>
                    <a:pt x="39162" y="3548482"/>
                    <a:pt x="37835" y="3596937"/>
                    <a:pt x="37835" y="3655348"/>
                  </a:cubicBezTo>
                  <a:cubicBezTo>
                    <a:pt x="37835" y="3714423"/>
                    <a:pt x="39162" y="3762878"/>
                    <a:pt x="45136" y="3807350"/>
                  </a:cubicBezTo>
                  <a:cubicBezTo>
                    <a:pt x="66376" y="3959352"/>
                    <a:pt x="187182" y="4050288"/>
                    <a:pt x="367061" y="4050288"/>
                  </a:cubicBezTo>
                  <a:cubicBezTo>
                    <a:pt x="546941" y="4050288"/>
                    <a:pt x="667083" y="3959352"/>
                    <a:pt x="688987" y="3807350"/>
                  </a:cubicBezTo>
                  <a:cubicBezTo>
                    <a:pt x="694961" y="3762214"/>
                    <a:pt x="696288" y="3713760"/>
                    <a:pt x="696288" y="3655348"/>
                  </a:cubicBezTo>
                  <a:lnTo>
                    <a:pt x="696288" y="0"/>
                  </a:lnTo>
                  <a:lnTo>
                    <a:pt x="734123" y="0"/>
                  </a:lnTo>
                  <a:lnTo>
                    <a:pt x="734123" y="3655348"/>
                  </a:lnTo>
                  <a:cubicBezTo>
                    <a:pt x="734123" y="3715751"/>
                    <a:pt x="732795" y="3765533"/>
                    <a:pt x="726158" y="3812661"/>
                  </a:cubicBezTo>
                  <a:cubicBezTo>
                    <a:pt x="702262" y="3985239"/>
                    <a:pt x="567518" y="4088123"/>
                    <a:pt x="367061" y="4088123"/>
                  </a:cubicBezTo>
                  <a:close/>
                  <a:moveTo>
                    <a:pt x="367061" y="3946741"/>
                  </a:moveTo>
                  <a:cubicBezTo>
                    <a:pt x="204439" y="3946741"/>
                    <a:pt x="157976" y="3857132"/>
                    <a:pt x="147356" y="3781464"/>
                  </a:cubicBezTo>
                  <a:cubicBezTo>
                    <a:pt x="140718" y="3738982"/>
                    <a:pt x="140718" y="3699821"/>
                    <a:pt x="140718" y="3654684"/>
                  </a:cubicBezTo>
                  <a:cubicBezTo>
                    <a:pt x="140718" y="3609548"/>
                    <a:pt x="140718" y="3570387"/>
                    <a:pt x="147356" y="3527906"/>
                  </a:cubicBezTo>
                  <a:cubicBezTo>
                    <a:pt x="157976" y="3452900"/>
                    <a:pt x="204439" y="3363292"/>
                    <a:pt x="367061" y="3363292"/>
                  </a:cubicBezTo>
                  <a:cubicBezTo>
                    <a:pt x="391621" y="3363292"/>
                    <a:pt x="414853" y="3365283"/>
                    <a:pt x="435429" y="3369266"/>
                  </a:cubicBezTo>
                  <a:lnTo>
                    <a:pt x="428128" y="3406437"/>
                  </a:lnTo>
                  <a:cubicBezTo>
                    <a:pt x="410206" y="3403118"/>
                    <a:pt x="389630" y="3401127"/>
                    <a:pt x="367061" y="3401127"/>
                  </a:cubicBezTo>
                  <a:cubicBezTo>
                    <a:pt x="256877" y="3401127"/>
                    <a:pt x="197138" y="3444272"/>
                    <a:pt x="185190" y="3533880"/>
                  </a:cubicBezTo>
                  <a:cubicBezTo>
                    <a:pt x="179216" y="3574369"/>
                    <a:pt x="179216" y="3611540"/>
                    <a:pt x="179216" y="3655348"/>
                  </a:cubicBezTo>
                  <a:cubicBezTo>
                    <a:pt x="179216" y="3699157"/>
                    <a:pt x="179216" y="3736991"/>
                    <a:pt x="185190" y="3776817"/>
                  </a:cubicBezTo>
                  <a:cubicBezTo>
                    <a:pt x="197802" y="3866425"/>
                    <a:pt x="257540" y="3909570"/>
                    <a:pt x="367061" y="3909570"/>
                  </a:cubicBezTo>
                  <a:cubicBezTo>
                    <a:pt x="477246" y="3909570"/>
                    <a:pt x="536985" y="3866425"/>
                    <a:pt x="548933" y="3776817"/>
                  </a:cubicBezTo>
                  <a:cubicBezTo>
                    <a:pt x="554907" y="3736328"/>
                    <a:pt x="554907" y="3699157"/>
                    <a:pt x="554907" y="3655348"/>
                  </a:cubicBezTo>
                  <a:lnTo>
                    <a:pt x="554907" y="0"/>
                  </a:lnTo>
                  <a:lnTo>
                    <a:pt x="592741" y="0"/>
                  </a:lnTo>
                  <a:lnTo>
                    <a:pt x="592741" y="3655348"/>
                  </a:lnTo>
                  <a:cubicBezTo>
                    <a:pt x="592741" y="3700484"/>
                    <a:pt x="592741" y="3739646"/>
                    <a:pt x="586104" y="3782127"/>
                  </a:cubicBezTo>
                  <a:cubicBezTo>
                    <a:pt x="576147" y="3857132"/>
                    <a:pt x="529684" y="3946741"/>
                    <a:pt x="367061" y="3946741"/>
                  </a:cubicBezTo>
                  <a:close/>
                </a:path>
              </a:pathLst>
            </a:custGeom>
            <a:solidFill>
              <a:srgbClr val="FFFFFF"/>
            </a:solidFill>
            <a:ln w="6635" cap="flat">
              <a:noFill/>
              <a:prstDash val="solid"/>
              <a:miter/>
            </a:ln>
          </p:spPr>
          <p:txBody>
            <a:bodyPr rtlCol="0" anchor="ctr"/>
            <a:lstStyle/>
            <a:p>
              <a:endParaRPr lang="nl-NL"/>
            </a:p>
          </p:txBody>
        </p:sp>
        <p:sp>
          <p:nvSpPr>
            <p:cNvPr id="14" name="Vrije vorm: vorm 13">
              <a:extLst>
                <a:ext uri="{FF2B5EF4-FFF2-40B4-BE49-F238E27FC236}">
                  <a16:creationId xmlns:a16="http://schemas.microsoft.com/office/drawing/2014/main" id="{59EB4BFE-DED7-49DE-8648-944BFA89F742}"/>
                </a:ext>
              </a:extLst>
            </p:cNvPr>
            <p:cNvSpPr/>
            <p:nvPr/>
          </p:nvSpPr>
          <p:spPr>
            <a:xfrm>
              <a:off x="3979266" y="-257152"/>
              <a:ext cx="734122" cy="4133921"/>
            </a:xfrm>
            <a:custGeom>
              <a:avLst/>
              <a:gdLst>
                <a:gd name="connsiteX0" fmla="*/ 367061 w 734122"/>
                <a:gd name="connsiteY0" fmla="*/ 4133922 h 4133921"/>
                <a:gd name="connsiteX1" fmla="*/ 7965 w 734122"/>
                <a:gd name="connsiteY1" fmla="*/ 3858460 h 4133921"/>
                <a:gd name="connsiteX2" fmla="*/ 0 w 734122"/>
                <a:gd name="connsiteY2" fmla="*/ 3701148 h 4133921"/>
                <a:gd name="connsiteX3" fmla="*/ 0 w 734122"/>
                <a:gd name="connsiteY3" fmla="*/ 0 h 4133921"/>
                <a:gd name="connsiteX4" fmla="*/ 37834 w 734122"/>
                <a:gd name="connsiteY4" fmla="*/ 0 h 4133921"/>
                <a:gd name="connsiteX5" fmla="*/ 37834 w 734122"/>
                <a:gd name="connsiteY5" fmla="*/ 3700484 h 4133921"/>
                <a:gd name="connsiteX6" fmla="*/ 45136 w 734122"/>
                <a:gd name="connsiteY6" fmla="*/ 3852486 h 4133921"/>
                <a:gd name="connsiteX7" fmla="*/ 367061 w 734122"/>
                <a:gd name="connsiteY7" fmla="*/ 4095424 h 4133921"/>
                <a:gd name="connsiteX8" fmla="*/ 688987 w 734122"/>
                <a:gd name="connsiteY8" fmla="*/ 3852486 h 4133921"/>
                <a:gd name="connsiteX9" fmla="*/ 696288 w 734122"/>
                <a:gd name="connsiteY9" fmla="*/ 3700484 h 4133921"/>
                <a:gd name="connsiteX10" fmla="*/ 696288 w 734122"/>
                <a:gd name="connsiteY10" fmla="*/ 0 h 4133921"/>
                <a:gd name="connsiteX11" fmla="*/ 734123 w 734122"/>
                <a:gd name="connsiteY11" fmla="*/ 0 h 4133921"/>
                <a:gd name="connsiteX12" fmla="*/ 734123 w 734122"/>
                <a:gd name="connsiteY12" fmla="*/ 3700484 h 4133921"/>
                <a:gd name="connsiteX13" fmla="*/ 726158 w 734122"/>
                <a:gd name="connsiteY13" fmla="*/ 3857796 h 4133921"/>
                <a:gd name="connsiteX14" fmla="*/ 367061 w 734122"/>
                <a:gd name="connsiteY14" fmla="*/ 4133922 h 4133921"/>
                <a:gd name="connsiteX15" fmla="*/ 367061 w 734122"/>
                <a:gd name="connsiteY15" fmla="*/ 3992540 h 4133921"/>
                <a:gd name="connsiteX16" fmla="*/ 147355 w 734122"/>
                <a:gd name="connsiteY16" fmla="*/ 3827263 h 4133921"/>
                <a:gd name="connsiteX17" fmla="*/ 140718 w 734122"/>
                <a:gd name="connsiteY17" fmla="*/ 3700484 h 4133921"/>
                <a:gd name="connsiteX18" fmla="*/ 140718 w 734122"/>
                <a:gd name="connsiteY18" fmla="*/ 0 h 4133921"/>
                <a:gd name="connsiteX19" fmla="*/ 178552 w 734122"/>
                <a:gd name="connsiteY19" fmla="*/ 0 h 4133921"/>
                <a:gd name="connsiteX20" fmla="*/ 178552 w 734122"/>
                <a:gd name="connsiteY20" fmla="*/ 3700484 h 4133921"/>
                <a:gd name="connsiteX21" fmla="*/ 184526 w 734122"/>
                <a:gd name="connsiteY21" fmla="*/ 3821953 h 4133921"/>
                <a:gd name="connsiteX22" fmla="*/ 366397 w 734122"/>
                <a:gd name="connsiteY22" fmla="*/ 3954706 h 4133921"/>
                <a:gd name="connsiteX23" fmla="*/ 548269 w 734122"/>
                <a:gd name="connsiteY23" fmla="*/ 3821953 h 4133921"/>
                <a:gd name="connsiteX24" fmla="*/ 554243 w 734122"/>
                <a:gd name="connsiteY24" fmla="*/ 3700484 h 4133921"/>
                <a:gd name="connsiteX25" fmla="*/ 554243 w 734122"/>
                <a:gd name="connsiteY25" fmla="*/ 0 h 4133921"/>
                <a:gd name="connsiteX26" fmla="*/ 592077 w 734122"/>
                <a:gd name="connsiteY26" fmla="*/ 0 h 4133921"/>
                <a:gd name="connsiteX27" fmla="*/ 592077 w 734122"/>
                <a:gd name="connsiteY27" fmla="*/ 3700484 h 4133921"/>
                <a:gd name="connsiteX28" fmla="*/ 585440 w 734122"/>
                <a:gd name="connsiteY28" fmla="*/ 3827263 h 4133921"/>
                <a:gd name="connsiteX29" fmla="*/ 367061 w 734122"/>
                <a:gd name="connsiteY29" fmla="*/ 3992540 h 413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34122" h="4133921">
                  <a:moveTo>
                    <a:pt x="367061" y="4133922"/>
                  </a:moveTo>
                  <a:cubicBezTo>
                    <a:pt x="166605" y="4133922"/>
                    <a:pt x="32524" y="4031039"/>
                    <a:pt x="7965" y="3858460"/>
                  </a:cubicBezTo>
                  <a:cubicBezTo>
                    <a:pt x="1327" y="3811333"/>
                    <a:pt x="0" y="3761551"/>
                    <a:pt x="0" y="3701148"/>
                  </a:cubicBezTo>
                  <a:lnTo>
                    <a:pt x="0" y="0"/>
                  </a:lnTo>
                  <a:lnTo>
                    <a:pt x="37834" y="0"/>
                  </a:lnTo>
                  <a:lnTo>
                    <a:pt x="37834" y="3700484"/>
                  </a:lnTo>
                  <a:cubicBezTo>
                    <a:pt x="37834" y="3759559"/>
                    <a:pt x="39162" y="3808014"/>
                    <a:pt x="45136" y="3852486"/>
                  </a:cubicBezTo>
                  <a:cubicBezTo>
                    <a:pt x="66376" y="4004488"/>
                    <a:pt x="187181" y="4095424"/>
                    <a:pt x="367061" y="4095424"/>
                  </a:cubicBezTo>
                  <a:cubicBezTo>
                    <a:pt x="546941" y="4095424"/>
                    <a:pt x="667083" y="4004488"/>
                    <a:pt x="688987" y="3852486"/>
                  </a:cubicBezTo>
                  <a:cubicBezTo>
                    <a:pt x="694961" y="3807350"/>
                    <a:pt x="696288" y="3758895"/>
                    <a:pt x="696288" y="3700484"/>
                  </a:cubicBezTo>
                  <a:lnTo>
                    <a:pt x="696288" y="0"/>
                  </a:lnTo>
                  <a:lnTo>
                    <a:pt x="734123" y="0"/>
                  </a:lnTo>
                  <a:lnTo>
                    <a:pt x="734123" y="3700484"/>
                  </a:lnTo>
                  <a:cubicBezTo>
                    <a:pt x="734123" y="3760887"/>
                    <a:pt x="732795" y="3810669"/>
                    <a:pt x="726158" y="3857796"/>
                  </a:cubicBezTo>
                  <a:cubicBezTo>
                    <a:pt x="701598" y="4031039"/>
                    <a:pt x="567518" y="4133922"/>
                    <a:pt x="367061" y="4133922"/>
                  </a:cubicBezTo>
                  <a:close/>
                  <a:moveTo>
                    <a:pt x="367061" y="3992540"/>
                  </a:moveTo>
                  <a:cubicBezTo>
                    <a:pt x="204439" y="3992540"/>
                    <a:pt x="157976" y="3902932"/>
                    <a:pt x="147355" y="3827263"/>
                  </a:cubicBezTo>
                  <a:cubicBezTo>
                    <a:pt x="140718" y="3784782"/>
                    <a:pt x="140718" y="3745620"/>
                    <a:pt x="140718" y="3700484"/>
                  </a:cubicBezTo>
                  <a:lnTo>
                    <a:pt x="140718" y="0"/>
                  </a:lnTo>
                  <a:lnTo>
                    <a:pt x="178552" y="0"/>
                  </a:lnTo>
                  <a:lnTo>
                    <a:pt x="178552" y="3700484"/>
                  </a:lnTo>
                  <a:cubicBezTo>
                    <a:pt x="178552" y="3744293"/>
                    <a:pt x="178552" y="3782127"/>
                    <a:pt x="184526" y="3821953"/>
                  </a:cubicBezTo>
                  <a:cubicBezTo>
                    <a:pt x="197138" y="3911561"/>
                    <a:pt x="256876" y="3954706"/>
                    <a:pt x="366397" y="3954706"/>
                  </a:cubicBezTo>
                  <a:cubicBezTo>
                    <a:pt x="476583" y="3954706"/>
                    <a:pt x="536321" y="3911561"/>
                    <a:pt x="548269" y="3821953"/>
                  </a:cubicBezTo>
                  <a:cubicBezTo>
                    <a:pt x="554243" y="3781464"/>
                    <a:pt x="554243" y="3744293"/>
                    <a:pt x="554243" y="3700484"/>
                  </a:cubicBezTo>
                  <a:lnTo>
                    <a:pt x="554243" y="0"/>
                  </a:lnTo>
                  <a:lnTo>
                    <a:pt x="592077" y="0"/>
                  </a:lnTo>
                  <a:lnTo>
                    <a:pt x="592077" y="3700484"/>
                  </a:lnTo>
                  <a:cubicBezTo>
                    <a:pt x="592077" y="3745620"/>
                    <a:pt x="592077" y="3784782"/>
                    <a:pt x="585440" y="3827263"/>
                  </a:cubicBezTo>
                  <a:cubicBezTo>
                    <a:pt x="576147" y="3902932"/>
                    <a:pt x="529020" y="3992540"/>
                    <a:pt x="367061" y="3992540"/>
                  </a:cubicBezTo>
                  <a:close/>
                </a:path>
              </a:pathLst>
            </a:custGeom>
            <a:solidFill>
              <a:srgbClr val="FFFFFF"/>
            </a:solidFill>
            <a:ln w="6635" cap="flat">
              <a:noFill/>
              <a:prstDash val="solid"/>
              <a:miter/>
            </a:ln>
          </p:spPr>
          <p:txBody>
            <a:bodyPr rtlCol="0" anchor="ctr"/>
            <a:lstStyle/>
            <a:p>
              <a:endParaRPr lang="nl-NL"/>
            </a:p>
          </p:txBody>
        </p:sp>
        <p:sp>
          <p:nvSpPr>
            <p:cNvPr id="15" name="Vrije vorm: vorm 14">
              <a:extLst>
                <a:ext uri="{FF2B5EF4-FFF2-40B4-BE49-F238E27FC236}">
                  <a16:creationId xmlns:a16="http://schemas.microsoft.com/office/drawing/2014/main" id="{14897FF0-BA82-48A4-9562-0BAB288E2307}"/>
                </a:ext>
              </a:extLst>
            </p:cNvPr>
            <p:cNvSpPr/>
            <p:nvPr/>
          </p:nvSpPr>
          <p:spPr>
            <a:xfrm>
              <a:off x="2058333" y="2752753"/>
              <a:ext cx="835015" cy="1121761"/>
            </a:xfrm>
            <a:custGeom>
              <a:avLst/>
              <a:gdLst>
                <a:gd name="connsiteX0" fmla="*/ 420163 w 835015"/>
                <a:gd name="connsiteY0" fmla="*/ 1121761 h 1121761"/>
                <a:gd name="connsiteX1" fmla="*/ 11948 w 835015"/>
                <a:gd name="connsiteY1" fmla="*/ 846299 h 1121761"/>
                <a:gd name="connsiteX2" fmla="*/ 0 w 835015"/>
                <a:gd name="connsiteY2" fmla="*/ 560881 h 1121761"/>
                <a:gd name="connsiteX3" fmla="*/ 0 w 835015"/>
                <a:gd name="connsiteY3" fmla="*/ 541631 h 1121761"/>
                <a:gd name="connsiteX4" fmla="*/ 11284 w 835015"/>
                <a:gd name="connsiteY4" fmla="*/ 275462 h 1121761"/>
                <a:gd name="connsiteX5" fmla="*/ 419499 w 835015"/>
                <a:gd name="connsiteY5" fmla="*/ 0 h 1121761"/>
                <a:gd name="connsiteX6" fmla="*/ 419499 w 835015"/>
                <a:gd name="connsiteY6" fmla="*/ 0 h 1121761"/>
                <a:gd name="connsiteX7" fmla="*/ 827714 w 835015"/>
                <a:gd name="connsiteY7" fmla="*/ 275462 h 1121761"/>
                <a:gd name="connsiteX8" fmla="*/ 789879 w 835015"/>
                <a:gd name="connsiteY8" fmla="*/ 280772 h 1121761"/>
                <a:gd name="connsiteX9" fmla="*/ 418835 w 835015"/>
                <a:gd name="connsiteY9" fmla="*/ 37835 h 1121761"/>
                <a:gd name="connsiteX10" fmla="*/ 418835 w 835015"/>
                <a:gd name="connsiteY10" fmla="*/ 37835 h 1121761"/>
                <a:gd name="connsiteX11" fmla="*/ 47791 w 835015"/>
                <a:gd name="connsiteY11" fmla="*/ 280772 h 1121761"/>
                <a:gd name="connsiteX12" fmla="*/ 36507 w 835015"/>
                <a:gd name="connsiteY12" fmla="*/ 560881 h 1121761"/>
                <a:gd name="connsiteX13" fmla="*/ 36507 w 835015"/>
                <a:gd name="connsiteY13" fmla="*/ 574156 h 1121761"/>
                <a:gd name="connsiteX14" fmla="*/ 47791 w 835015"/>
                <a:gd name="connsiteY14" fmla="*/ 841653 h 1121761"/>
                <a:gd name="connsiteX15" fmla="*/ 418835 w 835015"/>
                <a:gd name="connsiteY15" fmla="*/ 1084590 h 1121761"/>
                <a:gd name="connsiteX16" fmla="*/ 789879 w 835015"/>
                <a:gd name="connsiteY16" fmla="*/ 841653 h 1121761"/>
                <a:gd name="connsiteX17" fmla="*/ 797181 w 835015"/>
                <a:gd name="connsiteY17" fmla="*/ 689651 h 1121761"/>
                <a:gd name="connsiteX18" fmla="*/ 797181 w 835015"/>
                <a:gd name="connsiteY18" fmla="*/ 659781 h 1121761"/>
                <a:gd name="connsiteX19" fmla="*/ 625929 w 835015"/>
                <a:gd name="connsiteY19" fmla="*/ 527029 h 1121761"/>
                <a:gd name="connsiteX20" fmla="*/ 166605 w 835015"/>
                <a:gd name="connsiteY20" fmla="*/ 527029 h 1121761"/>
                <a:gd name="connsiteX21" fmla="*/ 166605 w 835015"/>
                <a:gd name="connsiteY21" fmla="*/ 489194 h 1121761"/>
                <a:gd name="connsiteX22" fmla="*/ 625929 w 835015"/>
                <a:gd name="connsiteY22" fmla="*/ 489194 h 1121761"/>
                <a:gd name="connsiteX23" fmla="*/ 835015 w 835015"/>
                <a:gd name="connsiteY23" fmla="*/ 659781 h 1121761"/>
                <a:gd name="connsiteX24" fmla="*/ 835015 w 835015"/>
                <a:gd name="connsiteY24" fmla="*/ 690315 h 1121761"/>
                <a:gd name="connsiteX25" fmla="*/ 827050 w 835015"/>
                <a:gd name="connsiteY25" fmla="*/ 847626 h 1121761"/>
                <a:gd name="connsiteX26" fmla="*/ 420163 w 835015"/>
                <a:gd name="connsiteY26" fmla="*/ 1121761 h 1121761"/>
                <a:gd name="connsiteX27" fmla="*/ 420163 w 835015"/>
                <a:gd name="connsiteY27" fmla="*/ 980379 h 1121761"/>
                <a:gd name="connsiteX28" fmla="*/ 152666 w 835015"/>
                <a:gd name="connsiteY28" fmla="*/ 822404 h 1121761"/>
                <a:gd name="connsiteX29" fmla="*/ 151338 w 835015"/>
                <a:gd name="connsiteY29" fmla="*/ 822404 h 1121761"/>
                <a:gd name="connsiteX30" fmla="*/ 141382 w 835015"/>
                <a:gd name="connsiteY30" fmla="*/ 560217 h 1121761"/>
                <a:gd name="connsiteX31" fmla="*/ 141382 w 835015"/>
                <a:gd name="connsiteY31" fmla="*/ 540968 h 1121761"/>
                <a:gd name="connsiteX32" fmla="*/ 151338 w 835015"/>
                <a:gd name="connsiteY32" fmla="*/ 305331 h 1121761"/>
                <a:gd name="connsiteX33" fmla="*/ 419499 w 835015"/>
                <a:gd name="connsiteY33" fmla="*/ 140054 h 1121761"/>
                <a:gd name="connsiteX34" fmla="*/ 419499 w 835015"/>
                <a:gd name="connsiteY34" fmla="*/ 140054 h 1121761"/>
                <a:gd name="connsiteX35" fmla="*/ 688323 w 835015"/>
                <a:gd name="connsiteY35" fmla="*/ 305331 h 1121761"/>
                <a:gd name="connsiteX36" fmla="*/ 650489 w 835015"/>
                <a:gd name="connsiteY36" fmla="*/ 310642 h 1121761"/>
                <a:gd name="connsiteX37" fmla="*/ 419499 w 835015"/>
                <a:gd name="connsiteY37" fmla="*/ 178552 h 1121761"/>
                <a:gd name="connsiteX38" fmla="*/ 419499 w 835015"/>
                <a:gd name="connsiteY38" fmla="*/ 178552 h 1121761"/>
                <a:gd name="connsiteX39" fmla="*/ 187845 w 835015"/>
                <a:gd name="connsiteY39" fmla="*/ 311305 h 1121761"/>
                <a:gd name="connsiteX40" fmla="*/ 177889 w 835015"/>
                <a:gd name="connsiteY40" fmla="*/ 560217 h 1121761"/>
                <a:gd name="connsiteX41" fmla="*/ 177889 w 835015"/>
                <a:gd name="connsiteY41" fmla="*/ 572164 h 1121761"/>
                <a:gd name="connsiteX42" fmla="*/ 186518 w 835015"/>
                <a:gd name="connsiteY42" fmla="*/ 809792 h 1121761"/>
                <a:gd name="connsiteX43" fmla="*/ 187182 w 835015"/>
                <a:gd name="connsiteY43" fmla="*/ 809792 h 1121761"/>
                <a:gd name="connsiteX44" fmla="*/ 418171 w 835015"/>
                <a:gd name="connsiteY44" fmla="*/ 942545 h 1121761"/>
                <a:gd name="connsiteX45" fmla="*/ 649825 w 835015"/>
                <a:gd name="connsiteY45" fmla="*/ 809792 h 1121761"/>
                <a:gd name="connsiteX46" fmla="*/ 655799 w 835015"/>
                <a:gd name="connsiteY46" fmla="*/ 688323 h 1121761"/>
                <a:gd name="connsiteX47" fmla="*/ 655799 w 835015"/>
                <a:gd name="connsiteY47" fmla="*/ 681686 h 1121761"/>
                <a:gd name="connsiteX48" fmla="*/ 628585 w 835015"/>
                <a:gd name="connsiteY48" fmla="*/ 666419 h 1121761"/>
                <a:gd name="connsiteX49" fmla="*/ 166605 w 835015"/>
                <a:gd name="connsiteY49" fmla="*/ 666419 h 1121761"/>
                <a:gd name="connsiteX50" fmla="*/ 166605 w 835015"/>
                <a:gd name="connsiteY50" fmla="*/ 628584 h 1121761"/>
                <a:gd name="connsiteX51" fmla="*/ 628585 w 835015"/>
                <a:gd name="connsiteY51" fmla="*/ 628584 h 1121761"/>
                <a:gd name="connsiteX52" fmla="*/ 693633 w 835015"/>
                <a:gd name="connsiteY52" fmla="*/ 681022 h 1121761"/>
                <a:gd name="connsiteX53" fmla="*/ 693633 w 835015"/>
                <a:gd name="connsiteY53" fmla="*/ 687660 h 1121761"/>
                <a:gd name="connsiteX54" fmla="*/ 686996 w 835015"/>
                <a:gd name="connsiteY54" fmla="*/ 814438 h 1121761"/>
                <a:gd name="connsiteX55" fmla="*/ 420163 w 835015"/>
                <a:gd name="connsiteY55" fmla="*/ 980379 h 112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35015" h="1121761">
                  <a:moveTo>
                    <a:pt x="420163" y="1121761"/>
                  </a:moveTo>
                  <a:cubicBezTo>
                    <a:pt x="192492" y="1121761"/>
                    <a:pt x="35843" y="1016223"/>
                    <a:pt x="11948" y="846299"/>
                  </a:cubicBezTo>
                  <a:cubicBezTo>
                    <a:pt x="5310" y="798508"/>
                    <a:pt x="0" y="619292"/>
                    <a:pt x="0" y="560881"/>
                  </a:cubicBezTo>
                  <a:lnTo>
                    <a:pt x="0" y="541631"/>
                  </a:lnTo>
                  <a:cubicBezTo>
                    <a:pt x="664" y="465962"/>
                    <a:pt x="5974" y="317279"/>
                    <a:pt x="11284" y="275462"/>
                  </a:cubicBezTo>
                  <a:cubicBezTo>
                    <a:pt x="35179" y="105538"/>
                    <a:pt x="191828" y="0"/>
                    <a:pt x="419499" y="0"/>
                  </a:cubicBezTo>
                  <a:cubicBezTo>
                    <a:pt x="419499" y="0"/>
                    <a:pt x="419499" y="0"/>
                    <a:pt x="419499" y="0"/>
                  </a:cubicBezTo>
                  <a:cubicBezTo>
                    <a:pt x="588095" y="0"/>
                    <a:pt x="795189" y="47791"/>
                    <a:pt x="827714" y="275462"/>
                  </a:cubicBezTo>
                  <a:lnTo>
                    <a:pt x="789879" y="280772"/>
                  </a:lnTo>
                  <a:cubicBezTo>
                    <a:pt x="767311" y="119478"/>
                    <a:pt x="642524" y="37835"/>
                    <a:pt x="418835" y="37835"/>
                  </a:cubicBezTo>
                  <a:cubicBezTo>
                    <a:pt x="418835" y="37835"/>
                    <a:pt x="418835" y="37835"/>
                    <a:pt x="418835" y="37835"/>
                  </a:cubicBezTo>
                  <a:cubicBezTo>
                    <a:pt x="211077" y="37835"/>
                    <a:pt x="69031" y="130762"/>
                    <a:pt x="47791" y="280772"/>
                  </a:cubicBezTo>
                  <a:cubicBezTo>
                    <a:pt x="41817" y="323917"/>
                    <a:pt x="36507" y="497159"/>
                    <a:pt x="36507" y="560881"/>
                  </a:cubicBezTo>
                  <a:lnTo>
                    <a:pt x="36507" y="574156"/>
                  </a:lnTo>
                  <a:cubicBezTo>
                    <a:pt x="37171" y="645842"/>
                    <a:pt x="42481" y="801163"/>
                    <a:pt x="47791" y="841653"/>
                  </a:cubicBezTo>
                  <a:cubicBezTo>
                    <a:pt x="69031" y="991663"/>
                    <a:pt x="211077" y="1084590"/>
                    <a:pt x="418835" y="1084590"/>
                  </a:cubicBezTo>
                  <a:cubicBezTo>
                    <a:pt x="641860" y="1084590"/>
                    <a:pt x="767311" y="1002947"/>
                    <a:pt x="789879" y="841653"/>
                  </a:cubicBezTo>
                  <a:cubicBezTo>
                    <a:pt x="795853" y="796517"/>
                    <a:pt x="797181" y="748062"/>
                    <a:pt x="797181" y="689651"/>
                  </a:cubicBezTo>
                  <a:lnTo>
                    <a:pt x="797181" y="659781"/>
                  </a:lnTo>
                  <a:cubicBezTo>
                    <a:pt x="796517" y="578138"/>
                    <a:pt x="767975" y="527029"/>
                    <a:pt x="625929" y="527029"/>
                  </a:cubicBezTo>
                  <a:lnTo>
                    <a:pt x="166605" y="527029"/>
                  </a:lnTo>
                  <a:lnTo>
                    <a:pt x="166605" y="489194"/>
                  </a:lnTo>
                  <a:lnTo>
                    <a:pt x="625929" y="489194"/>
                  </a:lnTo>
                  <a:cubicBezTo>
                    <a:pt x="769966" y="489194"/>
                    <a:pt x="834352" y="541631"/>
                    <a:pt x="835015" y="659781"/>
                  </a:cubicBezTo>
                  <a:lnTo>
                    <a:pt x="835015" y="690315"/>
                  </a:lnTo>
                  <a:cubicBezTo>
                    <a:pt x="835015" y="750717"/>
                    <a:pt x="833688" y="800499"/>
                    <a:pt x="827050" y="847626"/>
                  </a:cubicBezTo>
                  <a:cubicBezTo>
                    <a:pt x="796517" y="1073970"/>
                    <a:pt x="588759" y="1121761"/>
                    <a:pt x="420163" y="1121761"/>
                  </a:cubicBezTo>
                  <a:close/>
                  <a:moveTo>
                    <a:pt x="420163" y="980379"/>
                  </a:moveTo>
                  <a:cubicBezTo>
                    <a:pt x="253558" y="980379"/>
                    <a:pt x="171251" y="931925"/>
                    <a:pt x="152666" y="822404"/>
                  </a:cubicBezTo>
                  <a:lnTo>
                    <a:pt x="151338" y="822404"/>
                  </a:lnTo>
                  <a:cubicBezTo>
                    <a:pt x="144700" y="779259"/>
                    <a:pt x="141382" y="601370"/>
                    <a:pt x="141382" y="560217"/>
                  </a:cubicBezTo>
                  <a:lnTo>
                    <a:pt x="141382" y="540968"/>
                  </a:lnTo>
                  <a:cubicBezTo>
                    <a:pt x="142045" y="479901"/>
                    <a:pt x="145364" y="343830"/>
                    <a:pt x="151338" y="305331"/>
                  </a:cubicBezTo>
                  <a:cubicBezTo>
                    <a:pt x="167269" y="191164"/>
                    <a:pt x="250239" y="140054"/>
                    <a:pt x="419499" y="140054"/>
                  </a:cubicBezTo>
                  <a:cubicBezTo>
                    <a:pt x="419499" y="140054"/>
                    <a:pt x="419499" y="140054"/>
                    <a:pt x="419499" y="140054"/>
                  </a:cubicBezTo>
                  <a:cubicBezTo>
                    <a:pt x="592078" y="140054"/>
                    <a:pt x="672393" y="189173"/>
                    <a:pt x="688323" y="305331"/>
                  </a:cubicBezTo>
                  <a:lnTo>
                    <a:pt x="650489" y="310642"/>
                  </a:lnTo>
                  <a:cubicBezTo>
                    <a:pt x="639205" y="230990"/>
                    <a:pt x="595396" y="178552"/>
                    <a:pt x="419499" y="178552"/>
                  </a:cubicBezTo>
                  <a:cubicBezTo>
                    <a:pt x="419499" y="178552"/>
                    <a:pt x="419499" y="178552"/>
                    <a:pt x="419499" y="178552"/>
                  </a:cubicBezTo>
                  <a:cubicBezTo>
                    <a:pt x="232317" y="178552"/>
                    <a:pt x="197802" y="242274"/>
                    <a:pt x="187845" y="311305"/>
                  </a:cubicBezTo>
                  <a:cubicBezTo>
                    <a:pt x="181871" y="350468"/>
                    <a:pt x="177889" y="515081"/>
                    <a:pt x="177889" y="560217"/>
                  </a:cubicBezTo>
                  <a:lnTo>
                    <a:pt x="177889" y="572164"/>
                  </a:lnTo>
                  <a:cubicBezTo>
                    <a:pt x="178552" y="627921"/>
                    <a:pt x="181871" y="764656"/>
                    <a:pt x="186518" y="809792"/>
                  </a:cubicBezTo>
                  <a:lnTo>
                    <a:pt x="187182" y="809792"/>
                  </a:lnTo>
                  <a:cubicBezTo>
                    <a:pt x="197138" y="878823"/>
                    <a:pt x="231654" y="942545"/>
                    <a:pt x="418171" y="942545"/>
                  </a:cubicBezTo>
                  <a:cubicBezTo>
                    <a:pt x="595396" y="942545"/>
                    <a:pt x="638541" y="889444"/>
                    <a:pt x="649825" y="809792"/>
                  </a:cubicBezTo>
                  <a:cubicBezTo>
                    <a:pt x="655799" y="769302"/>
                    <a:pt x="655799" y="732132"/>
                    <a:pt x="655799" y="688323"/>
                  </a:cubicBezTo>
                  <a:lnTo>
                    <a:pt x="655799" y="681686"/>
                  </a:lnTo>
                  <a:cubicBezTo>
                    <a:pt x="655799" y="671065"/>
                    <a:pt x="655799" y="666419"/>
                    <a:pt x="628585" y="666419"/>
                  </a:cubicBezTo>
                  <a:lnTo>
                    <a:pt x="166605" y="666419"/>
                  </a:lnTo>
                  <a:lnTo>
                    <a:pt x="166605" y="628584"/>
                  </a:lnTo>
                  <a:lnTo>
                    <a:pt x="628585" y="628584"/>
                  </a:lnTo>
                  <a:cubicBezTo>
                    <a:pt x="646506" y="628584"/>
                    <a:pt x="692970" y="628584"/>
                    <a:pt x="693633" y="681022"/>
                  </a:cubicBezTo>
                  <a:lnTo>
                    <a:pt x="693633" y="687660"/>
                  </a:lnTo>
                  <a:cubicBezTo>
                    <a:pt x="693633" y="732795"/>
                    <a:pt x="693633" y="771958"/>
                    <a:pt x="686996" y="814438"/>
                  </a:cubicBezTo>
                  <a:cubicBezTo>
                    <a:pt x="673057" y="931261"/>
                    <a:pt x="592741" y="980379"/>
                    <a:pt x="420163" y="980379"/>
                  </a:cubicBezTo>
                  <a:close/>
                </a:path>
              </a:pathLst>
            </a:custGeom>
            <a:solidFill>
              <a:srgbClr val="FFFFFF"/>
            </a:solidFill>
            <a:ln w="6635" cap="flat">
              <a:noFill/>
              <a:prstDash val="solid"/>
              <a:miter/>
            </a:ln>
          </p:spPr>
          <p:txBody>
            <a:bodyPr rtlCol="0" anchor="ctr"/>
            <a:lstStyle/>
            <a:p>
              <a:endParaRPr lang="nl-NL"/>
            </a:p>
          </p:txBody>
        </p:sp>
        <p:sp>
          <p:nvSpPr>
            <p:cNvPr id="16" name="Vrije vorm: vorm 15">
              <a:extLst>
                <a:ext uri="{FF2B5EF4-FFF2-40B4-BE49-F238E27FC236}">
                  <a16:creationId xmlns:a16="http://schemas.microsoft.com/office/drawing/2014/main" id="{39F75D45-99F1-4496-9359-FEDE74591160}"/>
                </a:ext>
              </a:extLst>
            </p:cNvPr>
            <p:cNvSpPr/>
            <p:nvPr/>
          </p:nvSpPr>
          <p:spPr>
            <a:xfrm>
              <a:off x="8644864" y="3008966"/>
              <a:ext cx="737858" cy="865548"/>
            </a:xfrm>
            <a:custGeom>
              <a:avLst/>
              <a:gdLst>
                <a:gd name="connsiteX0" fmla="*/ 367061 w 737858"/>
                <a:gd name="connsiteY0" fmla="*/ 865548 h 865548"/>
                <a:gd name="connsiteX1" fmla="*/ 7965 w 737858"/>
                <a:gd name="connsiteY1" fmla="*/ 590086 h 865548"/>
                <a:gd name="connsiteX2" fmla="*/ 0 w 737858"/>
                <a:gd name="connsiteY2" fmla="*/ 432774 h 865548"/>
                <a:gd name="connsiteX3" fmla="*/ 7965 w 737858"/>
                <a:gd name="connsiteY3" fmla="*/ 275462 h 865548"/>
                <a:gd name="connsiteX4" fmla="*/ 367061 w 737858"/>
                <a:gd name="connsiteY4" fmla="*/ 0 h 865548"/>
                <a:gd name="connsiteX5" fmla="*/ 733459 w 737858"/>
                <a:gd name="connsiteY5" fmla="*/ 253558 h 865548"/>
                <a:gd name="connsiteX6" fmla="*/ 690978 w 737858"/>
                <a:gd name="connsiteY6" fmla="*/ 446049 h 865548"/>
                <a:gd name="connsiteX7" fmla="*/ 487202 w 737858"/>
                <a:gd name="connsiteY7" fmla="*/ 522382 h 865548"/>
                <a:gd name="connsiteX8" fmla="*/ 299357 w 737858"/>
                <a:gd name="connsiteY8" fmla="*/ 522382 h 865548"/>
                <a:gd name="connsiteX9" fmla="*/ 299357 w 737858"/>
                <a:gd name="connsiteY9" fmla="*/ 484548 h 865548"/>
                <a:gd name="connsiteX10" fmla="*/ 487202 w 737858"/>
                <a:gd name="connsiteY10" fmla="*/ 484548 h 865548"/>
                <a:gd name="connsiteX11" fmla="*/ 661772 w 737858"/>
                <a:gd name="connsiteY11" fmla="*/ 421490 h 865548"/>
                <a:gd name="connsiteX12" fmla="*/ 695624 w 737858"/>
                <a:gd name="connsiteY12" fmla="*/ 258868 h 865548"/>
                <a:gd name="connsiteX13" fmla="*/ 366397 w 737858"/>
                <a:gd name="connsiteY13" fmla="*/ 37835 h 865548"/>
                <a:gd name="connsiteX14" fmla="*/ 44472 w 737858"/>
                <a:gd name="connsiteY14" fmla="*/ 280772 h 865548"/>
                <a:gd name="connsiteX15" fmla="*/ 37171 w 737858"/>
                <a:gd name="connsiteY15" fmla="*/ 432774 h 865548"/>
                <a:gd name="connsiteX16" fmla="*/ 44472 w 737858"/>
                <a:gd name="connsiteY16" fmla="*/ 584776 h 865548"/>
                <a:gd name="connsiteX17" fmla="*/ 366397 w 737858"/>
                <a:gd name="connsiteY17" fmla="*/ 827714 h 865548"/>
                <a:gd name="connsiteX18" fmla="*/ 609335 w 737858"/>
                <a:gd name="connsiteY18" fmla="*/ 794526 h 865548"/>
                <a:gd name="connsiteX19" fmla="*/ 619955 w 737858"/>
                <a:gd name="connsiteY19" fmla="*/ 831033 h 865548"/>
                <a:gd name="connsiteX20" fmla="*/ 367061 w 737858"/>
                <a:gd name="connsiteY20" fmla="*/ 865548 h 865548"/>
                <a:gd name="connsiteX21" fmla="*/ 367061 w 737858"/>
                <a:gd name="connsiteY21" fmla="*/ 724166 h 865548"/>
                <a:gd name="connsiteX22" fmla="*/ 147355 w 737858"/>
                <a:gd name="connsiteY22" fmla="*/ 558889 h 865548"/>
                <a:gd name="connsiteX23" fmla="*/ 140718 w 737858"/>
                <a:gd name="connsiteY23" fmla="*/ 432110 h 865548"/>
                <a:gd name="connsiteX24" fmla="*/ 147355 w 737858"/>
                <a:gd name="connsiteY24" fmla="*/ 305331 h 865548"/>
                <a:gd name="connsiteX25" fmla="*/ 367061 w 737858"/>
                <a:gd name="connsiteY25" fmla="*/ 140718 h 865548"/>
                <a:gd name="connsiteX26" fmla="*/ 552915 w 737858"/>
                <a:gd name="connsiteY26" fmla="*/ 189836 h 865548"/>
                <a:gd name="connsiteX27" fmla="*/ 591414 w 737858"/>
                <a:gd name="connsiteY27" fmla="*/ 264842 h 865548"/>
                <a:gd name="connsiteX28" fmla="*/ 570173 w 737858"/>
                <a:gd name="connsiteY28" fmla="*/ 355777 h 865548"/>
                <a:gd name="connsiteX29" fmla="*/ 503796 w 737858"/>
                <a:gd name="connsiteY29" fmla="*/ 381001 h 865548"/>
                <a:gd name="connsiteX30" fmla="*/ 299357 w 737858"/>
                <a:gd name="connsiteY30" fmla="*/ 381001 h 865548"/>
                <a:gd name="connsiteX31" fmla="*/ 299357 w 737858"/>
                <a:gd name="connsiteY31" fmla="*/ 343166 h 865548"/>
                <a:gd name="connsiteX32" fmla="*/ 503796 w 737858"/>
                <a:gd name="connsiteY32" fmla="*/ 343166 h 865548"/>
                <a:gd name="connsiteX33" fmla="*/ 542295 w 737858"/>
                <a:gd name="connsiteY33" fmla="*/ 330554 h 865548"/>
                <a:gd name="connsiteX34" fmla="*/ 553579 w 737858"/>
                <a:gd name="connsiteY34" fmla="*/ 267497 h 865548"/>
                <a:gd name="connsiteX35" fmla="*/ 367725 w 737858"/>
                <a:gd name="connsiteY35" fmla="*/ 179216 h 865548"/>
                <a:gd name="connsiteX36" fmla="*/ 184526 w 737858"/>
                <a:gd name="connsiteY36" fmla="*/ 311969 h 865548"/>
                <a:gd name="connsiteX37" fmla="*/ 178552 w 737858"/>
                <a:gd name="connsiteY37" fmla="*/ 433438 h 865548"/>
                <a:gd name="connsiteX38" fmla="*/ 184526 w 737858"/>
                <a:gd name="connsiteY38" fmla="*/ 554907 h 865548"/>
                <a:gd name="connsiteX39" fmla="*/ 366397 w 737858"/>
                <a:gd name="connsiteY39" fmla="*/ 687659 h 865548"/>
                <a:gd name="connsiteX40" fmla="*/ 568182 w 737858"/>
                <a:gd name="connsiteY40" fmla="*/ 655799 h 865548"/>
                <a:gd name="connsiteX41" fmla="*/ 580129 w 737858"/>
                <a:gd name="connsiteY41" fmla="*/ 691642 h 865548"/>
                <a:gd name="connsiteX42" fmla="*/ 367061 w 737858"/>
                <a:gd name="connsiteY42" fmla="*/ 724166 h 865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37858" h="865548">
                  <a:moveTo>
                    <a:pt x="367061" y="865548"/>
                  </a:moveTo>
                  <a:cubicBezTo>
                    <a:pt x="166605" y="865548"/>
                    <a:pt x="32524" y="762665"/>
                    <a:pt x="7965" y="590086"/>
                  </a:cubicBezTo>
                  <a:cubicBezTo>
                    <a:pt x="1327" y="542959"/>
                    <a:pt x="0" y="493177"/>
                    <a:pt x="0" y="432774"/>
                  </a:cubicBezTo>
                  <a:cubicBezTo>
                    <a:pt x="0" y="372371"/>
                    <a:pt x="1327" y="322589"/>
                    <a:pt x="7965" y="275462"/>
                  </a:cubicBezTo>
                  <a:cubicBezTo>
                    <a:pt x="32524" y="102883"/>
                    <a:pt x="166605" y="0"/>
                    <a:pt x="367061" y="0"/>
                  </a:cubicBezTo>
                  <a:cubicBezTo>
                    <a:pt x="580129" y="0"/>
                    <a:pt x="710228" y="90272"/>
                    <a:pt x="733459" y="253558"/>
                  </a:cubicBezTo>
                  <a:cubicBezTo>
                    <a:pt x="746070" y="331882"/>
                    <a:pt x="731468" y="398922"/>
                    <a:pt x="690978" y="446049"/>
                  </a:cubicBezTo>
                  <a:cubicBezTo>
                    <a:pt x="648497" y="495832"/>
                    <a:pt x="578138" y="522382"/>
                    <a:pt x="487202" y="522382"/>
                  </a:cubicBezTo>
                  <a:lnTo>
                    <a:pt x="299357" y="522382"/>
                  </a:lnTo>
                  <a:lnTo>
                    <a:pt x="299357" y="484548"/>
                  </a:lnTo>
                  <a:lnTo>
                    <a:pt x="487202" y="484548"/>
                  </a:lnTo>
                  <a:cubicBezTo>
                    <a:pt x="567518" y="484548"/>
                    <a:pt x="625929" y="463307"/>
                    <a:pt x="661772" y="421490"/>
                  </a:cubicBezTo>
                  <a:cubicBezTo>
                    <a:pt x="694961" y="382328"/>
                    <a:pt x="706909" y="326572"/>
                    <a:pt x="695624" y="258868"/>
                  </a:cubicBezTo>
                  <a:cubicBezTo>
                    <a:pt x="681022" y="157976"/>
                    <a:pt x="612654" y="37835"/>
                    <a:pt x="366397" y="37835"/>
                  </a:cubicBezTo>
                  <a:cubicBezTo>
                    <a:pt x="186518" y="37835"/>
                    <a:pt x="66376" y="128770"/>
                    <a:pt x="44472" y="280772"/>
                  </a:cubicBezTo>
                  <a:cubicBezTo>
                    <a:pt x="38498" y="325908"/>
                    <a:pt x="37171" y="374363"/>
                    <a:pt x="37171" y="432774"/>
                  </a:cubicBezTo>
                  <a:cubicBezTo>
                    <a:pt x="37171" y="491849"/>
                    <a:pt x="38498" y="540304"/>
                    <a:pt x="44472" y="584776"/>
                  </a:cubicBezTo>
                  <a:cubicBezTo>
                    <a:pt x="65712" y="736778"/>
                    <a:pt x="186518" y="827714"/>
                    <a:pt x="366397" y="827714"/>
                  </a:cubicBezTo>
                  <a:cubicBezTo>
                    <a:pt x="454678" y="827714"/>
                    <a:pt x="529020" y="817093"/>
                    <a:pt x="609335" y="794526"/>
                  </a:cubicBezTo>
                  <a:lnTo>
                    <a:pt x="619955" y="831033"/>
                  </a:lnTo>
                  <a:cubicBezTo>
                    <a:pt x="536984" y="854928"/>
                    <a:pt x="458661" y="865548"/>
                    <a:pt x="367061" y="865548"/>
                  </a:cubicBezTo>
                  <a:close/>
                  <a:moveTo>
                    <a:pt x="367061" y="724166"/>
                  </a:moveTo>
                  <a:cubicBezTo>
                    <a:pt x="204439" y="724166"/>
                    <a:pt x="157975" y="634558"/>
                    <a:pt x="147355" y="558889"/>
                  </a:cubicBezTo>
                  <a:cubicBezTo>
                    <a:pt x="140718" y="516408"/>
                    <a:pt x="140718" y="477246"/>
                    <a:pt x="140718" y="432110"/>
                  </a:cubicBezTo>
                  <a:cubicBezTo>
                    <a:pt x="140718" y="386974"/>
                    <a:pt x="140718" y="347812"/>
                    <a:pt x="147355" y="305331"/>
                  </a:cubicBezTo>
                  <a:cubicBezTo>
                    <a:pt x="157975" y="230326"/>
                    <a:pt x="204439" y="140718"/>
                    <a:pt x="367061" y="140718"/>
                  </a:cubicBezTo>
                  <a:cubicBezTo>
                    <a:pt x="451360" y="136735"/>
                    <a:pt x="513753" y="153330"/>
                    <a:pt x="552915" y="189836"/>
                  </a:cubicBezTo>
                  <a:cubicBezTo>
                    <a:pt x="589422" y="223689"/>
                    <a:pt x="591414" y="262850"/>
                    <a:pt x="591414" y="264842"/>
                  </a:cubicBezTo>
                  <a:cubicBezTo>
                    <a:pt x="593404" y="290729"/>
                    <a:pt x="594069" y="329891"/>
                    <a:pt x="570173" y="355777"/>
                  </a:cubicBezTo>
                  <a:cubicBezTo>
                    <a:pt x="554907" y="372371"/>
                    <a:pt x="532338" y="381001"/>
                    <a:pt x="503796" y="381001"/>
                  </a:cubicBezTo>
                  <a:lnTo>
                    <a:pt x="299357" y="381001"/>
                  </a:lnTo>
                  <a:lnTo>
                    <a:pt x="299357" y="343166"/>
                  </a:lnTo>
                  <a:lnTo>
                    <a:pt x="503796" y="343166"/>
                  </a:lnTo>
                  <a:cubicBezTo>
                    <a:pt x="521718" y="343166"/>
                    <a:pt x="534330" y="339183"/>
                    <a:pt x="542295" y="330554"/>
                  </a:cubicBezTo>
                  <a:cubicBezTo>
                    <a:pt x="555570" y="315952"/>
                    <a:pt x="554907" y="287410"/>
                    <a:pt x="553579" y="267497"/>
                  </a:cubicBezTo>
                  <a:cubicBezTo>
                    <a:pt x="553579" y="262850"/>
                    <a:pt x="546277" y="171251"/>
                    <a:pt x="367725" y="179216"/>
                  </a:cubicBezTo>
                  <a:cubicBezTo>
                    <a:pt x="256876" y="179216"/>
                    <a:pt x="197138" y="222361"/>
                    <a:pt x="184526" y="311969"/>
                  </a:cubicBezTo>
                  <a:cubicBezTo>
                    <a:pt x="178552" y="352459"/>
                    <a:pt x="178552" y="389630"/>
                    <a:pt x="178552" y="433438"/>
                  </a:cubicBezTo>
                  <a:cubicBezTo>
                    <a:pt x="178552" y="477246"/>
                    <a:pt x="178552" y="515081"/>
                    <a:pt x="184526" y="554907"/>
                  </a:cubicBezTo>
                  <a:cubicBezTo>
                    <a:pt x="197138" y="644515"/>
                    <a:pt x="256876" y="687659"/>
                    <a:pt x="366397" y="687659"/>
                  </a:cubicBezTo>
                  <a:cubicBezTo>
                    <a:pt x="442730" y="687659"/>
                    <a:pt x="501142" y="678367"/>
                    <a:pt x="568182" y="655799"/>
                  </a:cubicBezTo>
                  <a:lnTo>
                    <a:pt x="580129" y="691642"/>
                  </a:lnTo>
                  <a:cubicBezTo>
                    <a:pt x="509770" y="714874"/>
                    <a:pt x="448041" y="724166"/>
                    <a:pt x="367061" y="724166"/>
                  </a:cubicBezTo>
                  <a:close/>
                </a:path>
              </a:pathLst>
            </a:custGeom>
            <a:solidFill>
              <a:srgbClr val="FFFFFF"/>
            </a:solidFill>
            <a:ln w="6635"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88F9597A-DD79-4513-A4A5-E0444A2CDBF0}"/>
                </a:ext>
              </a:extLst>
            </p:cNvPr>
            <p:cNvSpPr/>
            <p:nvPr/>
          </p:nvSpPr>
          <p:spPr>
            <a:xfrm>
              <a:off x="5790261" y="3008302"/>
              <a:ext cx="737859" cy="866212"/>
            </a:xfrm>
            <a:custGeom>
              <a:avLst/>
              <a:gdLst>
                <a:gd name="connsiteX0" fmla="*/ 370797 w 737859"/>
                <a:gd name="connsiteY0" fmla="*/ 866212 h 866212"/>
                <a:gd name="connsiteX1" fmla="*/ 4400 w 737859"/>
                <a:gd name="connsiteY1" fmla="*/ 612654 h 866212"/>
                <a:gd name="connsiteX2" fmla="*/ 46881 w 737859"/>
                <a:gd name="connsiteY2" fmla="*/ 420163 h 866212"/>
                <a:gd name="connsiteX3" fmla="*/ 250656 w 737859"/>
                <a:gd name="connsiteY3" fmla="*/ 343830 h 866212"/>
                <a:gd name="connsiteX4" fmla="*/ 438501 w 737859"/>
                <a:gd name="connsiteY4" fmla="*/ 343830 h 866212"/>
                <a:gd name="connsiteX5" fmla="*/ 438501 w 737859"/>
                <a:gd name="connsiteY5" fmla="*/ 381664 h 866212"/>
                <a:gd name="connsiteX6" fmla="*/ 250656 w 737859"/>
                <a:gd name="connsiteY6" fmla="*/ 381664 h 866212"/>
                <a:gd name="connsiteX7" fmla="*/ 76086 w 737859"/>
                <a:gd name="connsiteY7" fmla="*/ 444722 h 866212"/>
                <a:gd name="connsiteX8" fmla="*/ 42234 w 737859"/>
                <a:gd name="connsiteY8" fmla="*/ 607344 h 866212"/>
                <a:gd name="connsiteX9" fmla="*/ 371461 w 737859"/>
                <a:gd name="connsiteY9" fmla="*/ 828378 h 866212"/>
                <a:gd name="connsiteX10" fmla="*/ 693387 w 737859"/>
                <a:gd name="connsiteY10" fmla="*/ 585440 h 866212"/>
                <a:gd name="connsiteX11" fmla="*/ 700688 w 737859"/>
                <a:gd name="connsiteY11" fmla="*/ 433438 h 866212"/>
                <a:gd name="connsiteX12" fmla="*/ 693387 w 737859"/>
                <a:gd name="connsiteY12" fmla="*/ 281436 h 866212"/>
                <a:gd name="connsiteX13" fmla="*/ 371461 w 737859"/>
                <a:gd name="connsiteY13" fmla="*/ 38498 h 866212"/>
                <a:gd name="connsiteX14" fmla="*/ 128524 w 737859"/>
                <a:gd name="connsiteY14" fmla="*/ 71687 h 866212"/>
                <a:gd name="connsiteX15" fmla="*/ 117903 w 737859"/>
                <a:gd name="connsiteY15" fmla="*/ 35180 h 866212"/>
                <a:gd name="connsiteX16" fmla="*/ 370797 w 737859"/>
                <a:gd name="connsiteY16" fmla="*/ 0 h 866212"/>
                <a:gd name="connsiteX17" fmla="*/ 729894 w 737859"/>
                <a:gd name="connsiteY17" fmla="*/ 275462 h 866212"/>
                <a:gd name="connsiteX18" fmla="*/ 737859 w 737859"/>
                <a:gd name="connsiteY18" fmla="*/ 432774 h 866212"/>
                <a:gd name="connsiteX19" fmla="*/ 729894 w 737859"/>
                <a:gd name="connsiteY19" fmla="*/ 590086 h 866212"/>
                <a:gd name="connsiteX20" fmla="*/ 370797 w 737859"/>
                <a:gd name="connsiteY20" fmla="*/ 866212 h 866212"/>
                <a:gd name="connsiteX21" fmla="*/ 348230 w 737859"/>
                <a:gd name="connsiteY21" fmla="*/ 725494 h 866212"/>
                <a:gd name="connsiteX22" fmla="*/ 184944 w 737859"/>
                <a:gd name="connsiteY22" fmla="*/ 675712 h 866212"/>
                <a:gd name="connsiteX23" fmla="*/ 146445 w 737859"/>
                <a:gd name="connsiteY23" fmla="*/ 600707 h 866212"/>
                <a:gd name="connsiteX24" fmla="*/ 167022 w 737859"/>
                <a:gd name="connsiteY24" fmla="*/ 509771 h 866212"/>
                <a:gd name="connsiteX25" fmla="*/ 233399 w 737859"/>
                <a:gd name="connsiteY25" fmla="*/ 484548 h 866212"/>
                <a:gd name="connsiteX26" fmla="*/ 437838 w 737859"/>
                <a:gd name="connsiteY26" fmla="*/ 484548 h 866212"/>
                <a:gd name="connsiteX27" fmla="*/ 437838 w 737859"/>
                <a:gd name="connsiteY27" fmla="*/ 522382 h 866212"/>
                <a:gd name="connsiteX28" fmla="*/ 233399 w 737859"/>
                <a:gd name="connsiteY28" fmla="*/ 522382 h 866212"/>
                <a:gd name="connsiteX29" fmla="*/ 194900 w 737859"/>
                <a:gd name="connsiteY29" fmla="*/ 534994 h 866212"/>
                <a:gd name="connsiteX30" fmla="*/ 183616 w 737859"/>
                <a:gd name="connsiteY30" fmla="*/ 598051 h 866212"/>
                <a:gd name="connsiteX31" fmla="*/ 369470 w 737859"/>
                <a:gd name="connsiteY31" fmla="*/ 686332 h 866212"/>
                <a:gd name="connsiteX32" fmla="*/ 552669 w 737859"/>
                <a:gd name="connsiteY32" fmla="*/ 553579 h 866212"/>
                <a:gd name="connsiteX33" fmla="*/ 558643 w 737859"/>
                <a:gd name="connsiteY33" fmla="*/ 432110 h 866212"/>
                <a:gd name="connsiteX34" fmla="*/ 552669 w 737859"/>
                <a:gd name="connsiteY34" fmla="*/ 310642 h 866212"/>
                <a:gd name="connsiteX35" fmla="*/ 370797 w 737859"/>
                <a:gd name="connsiteY35" fmla="*/ 177889 h 866212"/>
                <a:gd name="connsiteX36" fmla="*/ 169013 w 737859"/>
                <a:gd name="connsiteY36" fmla="*/ 209749 h 866212"/>
                <a:gd name="connsiteX37" fmla="*/ 157066 w 737859"/>
                <a:gd name="connsiteY37" fmla="*/ 173906 h 866212"/>
                <a:gd name="connsiteX38" fmla="*/ 370797 w 737859"/>
                <a:gd name="connsiteY38" fmla="*/ 140054 h 866212"/>
                <a:gd name="connsiteX39" fmla="*/ 590504 w 737859"/>
                <a:gd name="connsiteY39" fmla="*/ 305332 h 866212"/>
                <a:gd name="connsiteX40" fmla="*/ 597141 w 737859"/>
                <a:gd name="connsiteY40" fmla="*/ 432110 h 866212"/>
                <a:gd name="connsiteX41" fmla="*/ 590504 w 737859"/>
                <a:gd name="connsiteY41" fmla="*/ 558889 h 866212"/>
                <a:gd name="connsiteX42" fmla="*/ 370797 w 737859"/>
                <a:gd name="connsiteY42" fmla="*/ 723503 h 866212"/>
                <a:gd name="connsiteX43" fmla="*/ 348230 w 737859"/>
                <a:gd name="connsiteY43" fmla="*/ 725494 h 86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37859" h="866212">
                  <a:moveTo>
                    <a:pt x="370797" y="866212"/>
                  </a:moveTo>
                  <a:cubicBezTo>
                    <a:pt x="157729" y="866212"/>
                    <a:pt x="27632" y="775940"/>
                    <a:pt x="4400" y="612654"/>
                  </a:cubicBezTo>
                  <a:cubicBezTo>
                    <a:pt x="-8212" y="534330"/>
                    <a:pt x="6391" y="467290"/>
                    <a:pt x="46881" y="420163"/>
                  </a:cubicBezTo>
                  <a:cubicBezTo>
                    <a:pt x="89362" y="370380"/>
                    <a:pt x="159721" y="343830"/>
                    <a:pt x="250656" y="343830"/>
                  </a:cubicBezTo>
                  <a:lnTo>
                    <a:pt x="438501" y="343830"/>
                  </a:lnTo>
                  <a:lnTo>
                    <a:pt x="438501" y="381664"/>
                  </a:lnTo>
                  <a:lnTo>
                    <a:pt x="250656" y="381664"/>
                  </a:lnTo>
                  <a:cubicBezTo>
                    <a:pt x="170341" y="381664"/>
                    <a:pt x="111929" y="402905"/>
                    <a:pt x="76086" y="444722"/>
                  </a:cubicBezTo>
                  <a:cubicBezTo>
                    <a:pt x="42898" y="483884"/>
                    <a:pt x="30951" y="539640"/>
                    <a:pt x="42234" y="607344"/>
                  </a:cubicBezTo>
                  <a:cubicBezTo>
                    <a:pt x="56837" y="708236"/>
                    <a:pt x="125205" y="828378"/>
                    <a:pt x="371461" y="828378"/>
                  </a:cubicBezTo>
                  <a:cubicBezTo>
                    <a:pt x="551341" y="828378"/>
                    <a:pt x="671483" y="737442"/>
                    <a:pt x="693387" y="585440"/>
                  </a:cubicBezTo>
                  <a:cubicBezTo>
                    <a:pt x="699361" y="540304"/>
                    <a:pt x="700688" y="491849"/>
                    <a:pt x="700688" y="433438"/>
                  </a:cubicBezTo>
                  <a:cubicBezTo>
                    <a:pt x="700688" y="374363"/>
                    <a:pt x="699361" y="325908"/>
                    <a:pt x="693387" y="281436"/>
                  </a:cubicBezTo>
                  <a:cubicBezTo>
                    <a:pt x="672146" y="129434"/>
                    <a:pt x="551341" y="38498"/>
                    <a:pt x="371461" y="38498"/>
                  </a:cubicBezTo>
                  <a:cubicBezTo>
                    <a:pt x="283181" y="38498"/>
                    <a:pt x="208839" y="49118"/>
                    <a:pt x="128524" y="71687"/>
                  </a:cubicBezTo>
                  <a:lnTo>
                    <a:pt x="117903" y="35180"/>
                  </a:lnTo>
                  <a:cubicBezTo>
                    <a:pt x="201538" y="11284"/>
                    <a:pt x="279198" y="0"/>
                    <a:pt x="370797" y="0"/>
                  </a:cubicBezTo>
                  <a:cubicBezTo>
                    <a:pt x="571254" y="0"/>
                    <a:pt x="705335" y="102883"/>
                    <a:pt x="729894" y="275462"/>
                  </a:cubicBezTo>
                  <a:cubicBezTo>
                    <a:pt x="736532" y="322589"/>
                    <a:pt x="737859" y="372372"/>
                    <a:pt x="737859" y="432774"/>
                  </a:cubicBezTo>
                  <a:cubicBezTo>
                    <a:pt x="737859" y="493177"/>
                    <a:pt x="736532" y="542959"/>
                    <a:pt x="729894" y="590086"/>
                  </a:cubicBezTo>
                  <a:cubicBezTo>
                    <a:pt x="705998" y="763329"/>
                    <a:pt x="571254" y="866212"/>
                    <a:pt x="370797" y="866212"/>
                  </a:cubicBezTo>
                  <a:close/>
                  <a:moveTo>
                    <a:pt x="348230" y="725494"/>
                  </a:moveTo>
                  <a:cubicBezTo>
                    <a:pt x="275879" y="725494"/>
                    <a:pt x="220787" y="708900"/>
                    <a:pt x="184944" y="675712"/>
                  </a:cubicBezTo>
                  <a:cubicBezTo>
                    <a:pt x="148436" y="641860"/>
                    <a:pt x="146445" y="602698"/>
                    <a:pt x="146445" y="600707"/>
                  </a:cubicBezTo>
                  <a:cubicBezTo>
                    <a:pt x="143790" y="574820"/>
                    <a:pt x="143790" y="535657"/>
                    <a:pt x="167022" y="509771"/>
                  </a:cubicBezTo>
                  <a:cubicBezTo>
                    <a:pt x="182289" y="493177"/>
                    <a:pt x="204856" y="484548"/>
                    <a:pt x="233399" y="484548"/>
                  </a:cubicBezTo>
                  <a:lnTo>
                    <a:pt x="437838" y="484548"/>
                  </a:lnTo>
                  <a:lnTo>
                    <a:pt x="437838" y="522382"/>
                  </a:lnTo>
                  <a:lnTo>
                    <a:pt x="233399" y="522382"/>
                  </a:lnTo>
                  <a:cubicBezTo>
                    <a:pt x="215477" y="522382"/>
                    <a:pt x="202865" y="526365"/>
                    <a:pt x="194900" y="534994"/>
                  </a:cubicBezTo>
                  <a:cubicBezTo>
                    <a:pt x="181625" y="549597"/>
                    <a:pt x="182289" y="578138"/>
                    <a:pt x="183616" y="598051"/>
                  </a:cubicBezTo>
                  <a:cubicBezTo>
                    <a:pt x="183616" y="602698"/>
                    <a:pt x="190918" y="694297"/>
                    <a:pt x="369470" y="686332"/>
                  </a:cubicBezTo>
                  <a:cubicBezTo>
                    <a:pt x="480319" y="686332"/>
                    <a:pt x="540057" y="643187"/>
                    <a:pt x="552669" y="553579"/>
                  </a:cubicBezTo>
                  <a:cubicBezTo>
                    <a:pt x="558643" y="513090"/>
                    <a:pt x="558643" y="475919"/>
                    <a:pt x="558643" y="432110"/>
                  </a:cubicBezTo>
                  <a:cubicBezTo>
                    <a:pt x="558643" y="388302"/>
                    <a:pt x="558643" y="350468"/>
                    <a:pt x="552669" y="310642"/>
                  </a:cubicBezTo>
                  <a:cubicBezTo>
                    <a:pt x="540057" y="221034"/>
                    <a:pt x="480319" y="177889"/>
                    <a:pt x="370797" y="177889"/>
                  </a:cubicBezTo>
                  <a:cubicBezTo>
                    <a:pt x="294465" y="177889"/>
                    <a:pt x="236053" y="187181"/>
                    <a:pt x="169013" y="209749"/>
                  </a:cubicBezTo>
                  <a:lnTo>
                    <a:pt x="157066" y="173906"/>
                  </a:lnTo>
                  <a:cubicBezTo>
                    <a:pt x="228088" y="150011"/>
                    <a:pt x="290482" y="140054"/>
                    <a:pt x="370797" y="140054"/>
                  </a:cubicBezTo>
                  <a:cubicBezTo>
                    <a:pt x="533420" y="140054"/>
                    <a:pt x="579883" y="229662"/>
                    <a:pt x="590504" y="305332"/>
                  </a:cubicBezTo>
                  <a:cubicBezTo>
                    <a:pt x="597141" y="347812"/>
                    <a:pt x="597141" y="386975"/>
                    <a:pt x="597141" y="432110"/>
                  </a:cubicBezTo>
                  <a:cubicBezTo>
                    <a:pt x="597141" y="477246"/>
                    <a:pt x="597141" y="516409"/>
                    <a:pt x="590504" y="558889"/>
                  </a:cubicBezTo>
                  <a:cubicBezTo>
                    <a:pt x="579883" y="633895"/>
                    <a:pt x="533420" y="723503"/>
                    <a:pt x="370797" y="723503"/>
                  </a:cubicBezTo>
                  <a:cubicBezTo>
                    <a:pt x="363496" y="725494"/>
                    <a:pt x="355531" y="725494"/>
                    <a:pt x="348230" y="725494"/>
                  </a:cubicBezTo>
                  <a:close/>
                </a:path>
              </a:pathLst>
            </a:custGeom>
            <a:solidFill>
              <a:srgbClr val="FFFFFF"/>
            </a:solidFill>
            <a:ln w="6635" cap="flat">
              <a:noFill/>
              <a:prstDash val="solid"/>
              <a:miter/>
            </a:ln>
          </p:spPr>
          <p:txBody>
            <a:bodyPr rtlCol="0" anchor="ctr"/>
            <a:lstStyle/>
            <a:p>
              <a:endParaRPr lang="nl-NL"/>
            </a:p>
          </p:txBody>
        </p:sp>
        <p:sp>
          <p:nvSpPr>
            <p:cNvPr id="18" name="Vrije vorm: vorm 17">
              <a:extLst>
                <a:ext uri="{FF2B5EF4-FFF2-40B4-BE49-F238E27FC236}">
                  <a16:creationId xmlns:a16="http://schemas.microsoft.com/office/drawing/2014/main" id="{8C517F1A-C390-4048-A2F7-90BADC6287E9}"/>
                </a:ext>
              </a:extLst>
            </p:cNvPr>
            <p:cNvSpPr/>
            <p:nvPr/>
          </p:nvSpPr>
          <p:spPr>
            <a:xfrm>
              <a:off x="-244928" y="3240619"/>
              <a:ext cx="2324501" cy="37834"/>
            </a:xfrm>
            <a:custGeom>
              <a:avLst/>
              <a:gdLst>
                <a:gd name="connsiteX0" fmla="*/ 0 w 2324501"/>
                <a:gd name="connsiteY0" fmla="*/ 0 h 37834"/>
                <a:gd name="connsiteX1" fmla="*/ 2324502 w 2324501"/>
                <a:gd name="connsiteY1" fmla="*/ 0 h 37834"/>
                <a:gd name="connsiteX2" fmla="*/ 2324502 w 2324501"/>
                <a:gd name="connsiteY2" fmla="*/ 37834 h 37834"/>
                <a:gd name="connsiteX3" fmla="*/ 0 w 2324501"/>
                <a:gd name="connsiteY3" fmla="*/ 37834 h 37834"/>
              </a:gdLst>
              <a:ahLst/>
              <a:cxnLst>
                <a:cxn ang="0">
                  <a:pos x="connsiteX0" y="connsiteY0"/>
                </a:cxn>
                <a:cxn ang="0">
                  <a:pos x="connsiteX1" y="connsiteY1"/>
                </a:cxn>
                <a:cxn ang="0">
                  <a:pos x="connsiteX2" y="connsiteY2"/>
                </a:cxn>
                <a:cxn ang="0">
                  <a:pos x="connsiteX3" y="connsiteY3"/>
                </a:cxn>
              </a:cxnLst>
              <a:rect l="l" t="t" r="r" b="b"/>
              <a:pathLst>
                <a:path w="2324501" h="37834">
                  <a:moveTo>
                    <a:pt x="0" y="0"/>
                  </a:moveTo>
                  <a:lnTo>
                    <a:pt x="2324502" y="0"/>
                  </a:lnTo>
                  <a:lnTo>
                    <a:pt x="2324502" y="37834"/>
                  </a:lnTo>
                  <a:lnTo>
                    <a:pt x="0" y="37834"/>
                  </a:lnTo>
                </a:path>
              </a:pathLst>
            </a:custGeom>
            <a:solidFill>
              <a:srgbClr val="FFFFFF"/>
            </a:solidFill>
            <a:ln w="6635"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ECAE7855-4660-4B96-A187-F6BCFDA001D5}"/>
                </a:ext>
              </a:extLst>
            </p:cNvPr>
            <p:cNvSpPr/>
            <p:nvPr/>
          </p:nvSpPr>
          <p:spPr>
            <a:xfrm>
              <a:off x="-244928" y="3382001"/>
              <a:ext cx="2324501" cy="37834"/>
            </a:xfrm>
            <a:custGeom>
              <a:avLst/>
              <a:gdLst>
                <a:gd name="connsiteX0" fmla="*/ 0 w 2324501"/>
                <a:gd name="connsiteY0" fmla="*/ 0 h 37834"/>
                <a:gd name="connsiteX1" fmla="*/ 2324502 w 2324501"/>
                <a:gd name="connsiteY1" fmla="*/ 0 h 37834"/>
                <a:gd name="connsiteX2" fmla="*/ 2324502 w 2324501"/>
                <a:gd name="connsiteY2" fmla="*/ 37835 h 37834"/>
                <a:gd name="connsiteX3" fmla="*/ 0 w 2324501"/>
                <a:gd name="connsiteY3" fmla="*/ 37835 h 37834"/>
              </a:gdLst>
              <a:ahLst/>
              <a:cxnLst>
                <a:cxn ang="0">
                  <a:pos x="connsiteX0" y="connsiteY0"/>
                </a:cxn>
                <a:cxn ang="0">
                  <a:pos x="connsiteX1" y="connsiteY1"/>
                </a:cxn>
                <a:cxn ang="0">
                  <a:pos x="connsiteX2" y="connsiteY2"/>
                </a:cxn>
                <a:cxn ang="0">
                  <a:pos x="connsiteX3" y="connsiteY3"/>
                </a:cxn>
              </a:cxnLst>
              <a:rect l="l" t="t" r="r" b="b"/>
              <a:pathLst>
                <a:path w="2324501" h="37834">
                  <a:moveTo>
                    <a:pt x="0" y="0"/>
                  </a:moveTo>
                  <a:lnTo>
                    <a:pt x="2324502" y="0"/>
                  </a:lnTo>
                  <a:lnTo>
                    <a:pt x="2324502" y="37835"/>
                  </a:lnTo>
                  <a:lnTo>
                    <a:pt x="0" y="37835"/>
                  </a:lnTo>
                </a:path>
              </a:pathLst>
            </a:custGeom>
            <a:solidFill>
              <a:srgbClr val="FFFFFF"/>
            </a:solidFill>
            <a:ln w="6635" cap="flat">
              <a:noFill/>
              <a:prstDash val="solid"/>
              <a:miter/>
            </a:ln>
          </p:spPr>
          <p:txBody>
            <a:bodyPr rtlCol="0" anchor="ctr"/>
            <a:lstStyle/>
            <a:p>
              <a:endParaRPr lang="nl-NL"/>
            </a:p>
          </p:txBody>
        </p:sp>
        <p:grpSp>
          <p:nvGrpSpPr>
            <p:cNvPr id="20" name="Graphic 6">
              <a:extLst>
                <a:ext uri="{FF2B5EF4-FFF2-40B4-BE49-F238E27FC236}">
                  <a16:creationId xmlns:a16="http://schemas.microsoft.com/office/drawing/2014/main" id="{0174F7AE-5745-4EEE-B149-5E62DDDE676A}"/>
                </a:ext>
              </a:extLst>
            </p:cNvPr>
            <p:cNvGrpSpPr/>
            <p:nvPr/>
          </p:nvGrpSpPr>
          <p:grpSpPr>
            <a:xfrm>
              <a:off x="9594046" y="-213608"/>
              <a:ext cx="2670985" cy="4088122"/>
              <a:chOff x="9594046" y="-213608"/>
              <a:chExt cx="2670985" cy="4088122"/>
            </a:xfrm>
            <a:solidFill>
              <a:srgbClr val="FFFFFF"/>
            </a:solidFill>
          </p:grpSpPr>
          <p:sp>
            <p:nvSpPr>
              <p:cNvPr id="21" name="Vrije vorm: vorm 20">
                <a:extLst>
                  <a:ext uri="{FF2B5EF4-FFF2-40B4-BE49-F238E27FC236}">
                    <a16:creationId xmlns:a16="http://schemas.microsoft.com/office/drawing/2014/main" id="{DCC43CA8-5D7D-47AB-92F0-2C5272B56AD0}"/>
                  </a:ext>
                </a:extLst>
              </p:cNvPr>
              <p:cNvSpPr/>
              <p:nvPr/>
            </p:nvSpPr>
            <p:spPr>
              <a:xfrm>
                <a:off x="9735427" y="-213608"/>
                <a:ext cx="2529604" cy="3946740"/>
              </a:xfrm>
              <a:custGeom>
                <a:avLst/>
                <a:gdLst>
                  <a:gd name="connsiteX0" fmla="*/ 225680 w 2529604"/>
                  <a:gd name="connsiteY0" fmla="*/ 3908906 h 3946740"/>
                  <a:gd name="connsiteX1" fmla="*/ 43808 w 2529604"/>
                  <a:gd name="connsiteY1" fmla="*/ 3776153 h 3946740"/>
                  <a:gd name="connsiteX2" fmla="*/ 37835 w 2529604"/>
                  <a:gd name="connsiteY2" fmla="*/ 3647383 h 3946740"/>
                  <a:gd name="connsiteX3" fmla="*/ 37835 w 2529604"/>
                  <a:gd name="connsiteY3" fmla="*/ 0 h 3946740"/>
                  <a:gd name="connsiteX4" fmla="*/ 0 w 2529604"/>
                  <a:gd name="connsiteY4" fmla="*/ 0 h 3946740"/>
                  <a:gd name="connsiteX5" fmla="*/ 0 w 2529604"/>
                  <a:gd name="connsiteY5" fmla="*/ 3647383 h 3946740"/>
                  <a:gd name="connsiteX6" fmla="*/ 6638 w 2529604"/>
                  <a:gd name="connsiteY6" fmla="*/ 3781464 h 3946740"/>
                  <a:gd name="connsiteX7" fmla="*/ 226343 w 2529604"/>
                  <a:gd name="connsiteY7" fmla="*/ 3946741 h 3946740"/>
                  <a:gd name="connsiteX8" fmla="*/ 226343 w 2529604"/>
                  <a:gd name="connsiteY8" fmla="*/ 3946741 h 3946740"/>
                  <a:gd name="connsiteX9" fmla="*/ 2529605 w 2529604"/>
                  <a:gd name="connsiteY9" fmla="*/ 3946741 h 3946740"/>
                  <a:gd name="connsiteX10" fmla="*/ 2529605 w 2529604"/>
                  <a:gd name="connsiteY10" fmla="*/ 3908906 h 3946740"/>
                  <a:gd name="connsiteX11" fmla="*/ 225680 w 2529604"/>
                  <a:gd name="connsiteY11" fmla="*/ 3908906 h 3946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604" h="3946740">
                    <a:moveTo>
                      <a:pt x="225680" y="3908906"/>
                    </a:moveTo>
                    <a:cubicBezTo>
                      <a:pt x="115495" y="3908906"/>
                      <a:pt x="55756" y="3865762"/>
                      <a:pt x="43808" y="3776153"/>
                    </a:cubicBezTo>
                    <a:cubicBezTo>
                      <a:pt x="37835" y="3736328"/>
                      <a:pt x="37835" y="3691191"/>
                      <a:pt x="37835" y="3647383"/>
                    </a:cubicBezTo>
                    <a:lnTo>
                      <a:pt x="37835" y="0"/>
                    </a:lnTo>
                    <a:lnTo>
                      <a:pt x="0" y="0"/>
                    </a:lnTo>
                    <a:lnTo>
                      <a:pt x="0" y="3647383"/>
                    </a:lnTo>
                    <a:cubicBezTo>
                      <a:pt x="0" y="3692519"/>
                      <a:pt x="0" y="3738982"/>
                      <a:pt x="6638" y="3781464"/>
                    </a:cubicBezTo>
                    <a:cubicBezTo>
                      <a:pt x="17258" y="3856469"/>
                      <a:pt x="63721" y="3946741"/>
                      <a:pt x="226343" y="3946741"/>
                    </a:cubicBezTo>
                    <a:lnTo>
                      <a:pt x="226343" y="3946741"/>
                    </a:lnTo>
                    <a:lnTo>
                      <a:pt x="2529605" y="3946741"/>
                    </a:lnTo>
                    <a:lnTo>
                      <a:pt x="2529605" y="3908906"/>
                    </a:lnTo>
                    <a:lnTo>
                      <a:pt x="225680" y="3908906"/>
                    </a:lnTo>
                    <a:close/>
                  </a:path>
                </a:pathLst>
              </a:custGeom>
              <a:solidFill>
                <a:srgbClr val="FFFFFF"/>
              </a:solidFill>
              <a:ln w="6635" cap="flat">
                <a:noFill/>
                <a:prstDash val="solid"/>
                <a:miter/>
              </a:ln>
            </p:spPr>
            <p:txBody>
              <a:bodyPr rtlCol="0" anchor="ctr"/>
              <a:lstStyle/>
              <a:p>
                <a:endParaRPr lang="nl-NL"/>
              </a:p>
            </p:txBody>
          </p:sp>
          <p:sp>
            <p:nvSpPr>
              <p:cNvPr id="22" name="Vrije vorm: vorm 21">
                <a:extLst>
                  <a:ext uri="{FF2B5EF4-FFF2-40B4-BE49-F238E27FC236}">
                    <a16:creationId xmlns:a16="http://schemas.microsoft.com/office/drawing/2014/main" id="{687685E8-AFB9-4C04-967C-0900349BDC41}"/>
                  </a:ext>
                </a:extLst>
              </p:cNvPr>
              <p:cNvSpPr/>
              <p:nvPr/>
            </p:nvSpPr>
            <p:spPr>
              <a:xfrm>
                <a:off x="9594046" y="-213608"/>
                <a:ext cx="2670322" cy="4088122"/>
              </a:xfrm>
              <a:custGeom>
                <a:avLst/>
                <a:gdLst>
                  <a:gd name="connsiteX0" fmla="*/ 367061 w 2670322"/>
                  <a:gd name="connsiteY0" fmla="*/ 4050288 h 4088122"/>
                  <a:gd name="connsiteX1" fmla="*/ 45135 w 2670322"/>
                  <a:gd name="connsiteY1" fmla="*/ 3807350 h 4088122"/>
                  <a:gd name="connsiteX2" fmla="*/ 37834 w 2670322"/>
                  <a:gd name="connsiteY2" fmla="*/ 3671942 h 4088122"/>
                  <a:gd name="connsiteX3" fmla="*/ 37834 w 2670322"/>
                  <a:gd name="connsiteY3" fmla="*/ 0 h 4088122"/>
                  <a:gd name="connsiteX4" fmla="*/ 0 w 2670322"/>
                  <a:gd name="connsiteY4" fmla="*/ 0 h 4088122"/>
                  <a:gd name="connsiteX5" fmla="*/ 0 w 2670322"/>
                  <a:gd name="connsiteY5" fmla="*/ 3671942 h 4088122"/>
                  <a:gd name="connsiteX6" fmla="*/ 7965 w 2670322"/>
                  <a:gd name="connsiteY6" fmla="*/ 3812661 h 4088122"/>
                  <a:gd name="connsiteX7" fmla="*/ 367061 w 2670322"/>
                  <a:gd name="connsiteY7" fmla="*/ 4088123 h 4088122"/>
                  <a:gd name="connsiteX8" fmla="*/ 367061 w 2670322"/>
                  <a:gd name="connsiteY8" fmla="*/ 4088123 h 4088122"/>
                  <a:gd name="connsiteX9" fmla="*/ 2670322 w 2670322"/>
                  <a:gd name="connsiteY9" fmla="*/ 4088123 h 4088122"/>
                  <a:gd name="connsiteX10" fmla="*/ 2670322 w 2670322"/>
                  <a:gd name="connsiteY10" fmla="*/ 4050288 h 4088122"/>
                  <a:gd name="connsiteX11" fmla="*/ 367061 w 2670322"/>
                  <a:gd name="connsiteY11" fmla="*/ 4050288 h 4088122"/>
                  <a:gd name="connsiteX12" fmla="*/ 367061 w 2670322"/>
                  <a:gd name="connsiteY12" fmla="*/ 4050288 h 4088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70322" h="4088122">
                    <a:moveTo>
                      <a:pt x="367061" y="4050288"/>
                    </a:moveTo>
                    <a:cubicBezTo>
                      <a:pt x="187181" y="4050288"/>
                      <a:pt x="67040" y="3959352"/>
                      <a:pt x="45135" y="3807350"/>
                    </a:cubicBezTo>
                    <a:cubicBezTo>
                      <a:pt x="38498" y="3760223"/>
                      <a:pt x="37834" y="3702475"/>
                      <a:pt x="37834" y="3671942"/>
                    </a:cubicBezTo>
                    <a:lnTo>
                      <a:pt x="37834" y="0"/>
                    </a:lnTo>
                    <a:lnTo>
                      <a:pt x="0" y="0"/>
                    </a:lnTo>
                    <a:lnTo>
                      <a:pt x="0" y="3671942"/>
                    </a:lnTo>
                    <a:cubicBezTo>
                      <a:pt x="0" y="3703139"/>
                      <a:pt x="1327" y="3762878"/>
                      <a:pt x="7965" y="3812661"/>
                    </a:cubicBezTo>
                    <a:cubicBezTo>
                      <a:pt x="32524" y="3985239"/>
                      <a:pt x="166605" y="4088123"/>
                      <a:pt x="367061" y="4088123"/>
                    </a:cubicBezTo>
                    <a:lnTo>
                      <a:pt x="367061" y="4088123"/>
                    </a:lnTo>
                    <a:lnTo>
                      <a:pt x="2670322" y="4088123"/>
                    </a:lnTo>
                    <a:lnTo>
                      <a:pt x="2670322" y="4050288"/>
                    </a:lnTo>
                    <a:lnTo>
                      <a:pt x="367061" y="4050288"/>
                    </a:lnTo>
                    <a:lnTo>
                      <a:pt x="367061" y="4050288"/>
                    </a:lnTo>
                    <a:close/>
                  </a:path>
                </a:pathLst>
              </a:custGeom>
              <a:solidFill>
                <a:srgbClr val="FFFFFF"/>
              </a:solidFill>
              <a:ln w="6635" cap="flat">
                <a:noFill/>
                <a:prstDash val="solid"/>
                <a:miter/>
              </a:ln>
            </p:spPr>
            <p:txBody>
              <a:bodyPr rtlCol="0" anchor="ctr"/>
              <a:lstStyle/>
              <a:p>
                <a:endParaRPr lang="nl-NL"/>
              </a:p>
            </p:txBody>
          </p:sp>
        </p:grpSp>
      </p:grpSp>
      <p:pic>
        <p:nvPicPr>
          <p:cNvPr id="26" name="Graphic 25">
            <a:extLst>
              <a:ext uri="{FF2B5EF4-FFF2-40B4-BE49-F238E27FC236}">
                <a16:creationId xmlns:a16="http://schemas.microsoft.com/office/drawing/2014/main" id="{04DC0743-9DDC-4086-98F1-CB4BBF4DDC7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057399" y="2755894"/>
            <a:ext cx="7903032" cy="1791619"/>
          </a:xfrm>
          <a:prstGeom prst="rect">
            <a:avLst/>
          </a:prstGeom>
        </p:spPr>
      </p:pic>
    </p:spTree>
    <p:extLst>
      <p:ext uri="{BB962C8B-B14F-4D97-AF65-F5344CB8AC3E}">
        <p14:creationId xmlns:p14="http://schemas.microsoft.com/office/powerpoint/2010/main" val="351961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out)">
                                      <p:cBhvr>
                                        <p:cTn id="7" dur="2000"/>
                                        <p:tgtEl>
                                          <p:spTgt spid="23"/>
                                        </p:tgtEl>
                                      </p:cBhvr>
                                    </p:animEffect>
                                  </p:childTnLst>
                                  <p:subTnLst>
                                    <p:set>
                                      <p:cBhvr override="childStyle">
                                        <p:cTn dur="1" fill="hold" display="0" masterRel="sameClick" afterEffect="1">
                                          <p:stCondLst>
                                            <p:cond evt="end" delay="0">
                                              <p:tn val="5"/>
                                            </p:cond>
                                          </p:stCondLst>
                                        </p:cTn>
                                        <p:tgtEl>
                                          <p:spTgt spid="2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Logo animatie in PowerPoint (DE)">
    <p:bg>
      <p:bgPr>
        <a:solidFill>
          <a:schemeClr val="accent1"/>
        </a:solidFill>
        <a:effectLst/>
      </p:bgPr>
    </p:bg>
    <p:spTree>
      <p:nvGrpSpPr>
        <p:cNvPr id="1" name=""/>
        <p:cNvGrpSpPr/>
        <p:nvPr/>
      </p:nvGrpSpPr>
      <p:grpSpPr>
        <a:xfrm>
          <a:off x="0" y="0"/>
          <a:ext cx="0" cy="0"/>
          <a:chOff x="0" y="0"/>
          <a:chExt cx="0" cy="0"/>
        </a:xfrm>
      </p:grpSpPr>
      <p:grpSp>
        <p:nvGrpSpPr>
          <p:cNvPr id="23" name="Logo compleet">
            <a:extLst>
              <a:ext uri="{FF2B5EF4-FFF2-40B4-BE49-F238E27FC236}">
                <a16:creationId xmlns:a16="http://schemas.microsoft.com/office/drawing/2014/main" id="{E88A1A8D-D395-49D1-ACC5-D6211831C203}"/>
              </a:ext>
            </a:extLst>
          </p:cNvPr>
          <p:cNvGrpSpPr/>
          <p:nvPr userDrawn="1"/>
        </p:nvGrpSpPr>
        <p:grpSpPr>
          <a:xfrm>
            <a:off x="-244928" y="-257152"/>
            <a:ext cx="12509959" cy="7339636"/>
            <a:chOff x="-244928" y="-257152"/>
            <a:chExt cx="12509959" cy="7339636"/>
          </a:xfrm>
        </p:grpSpPr>
        <p:sp>
          <p:nvSpPr>
            <p:cNvPr id="10" name="Vrije vorm: vorm 9">
              <a:extLst>
                <a:ext uri="{FF2B5EF4-FFF2-40B4-BE49-F238E27FC236}">
                  <a16:creationId xmlns:a16="http://schemas.microsoft.com/office/drawing/2014/main" id="{EA4CD4C2-3721-4462-9019-090AAB19184F}"/>
                </a:ext>
              </a:extLst>
            </p:cNvPr>
            <p:cNvSpPr/>
            <p:nvPr/>
          </p:nvSpPr>
          <p:spPr>
            <a:xfrm>
              <a:off x="6730568" y="3008302"/>
              <a:ext cx="734122" cy="4074182"/>
            </a:xfrm>
            <a:custGeom>
              <a:avLst/>
              <a:gdLst>
                <a:gd name="connsiteX0" fmla="*/ 178553 w 734122"/>
                <a:gd name="connsiteY0" fmla="*/ 4074183 h 4074182"/>
                <a:gd name="connsiteX1" fmla="*/ 140718 w 734122"/>
                <a:gd name="connsiteY1" fmla="*/ 4074183 h 4074182"/>
                <a:gd name="connsiteX2" fmla="*/ 140718 w 734122"/>
                <a:gd name="connsiteY2" fmla="*/ 432774 h 4074182"/>
                <a:gd name="connsiteX3" fmla="*/ 147355 w 734122"/>
                <a:gd name="connsiteY3" fmla="*/ 305995 h 4074182"/>
                <a:gd name="connsiteX4" fmla="*/ 367061 w 734122"/>
                <a:gd name="connsiteY4" fmla="*/ 141382 h 4074182"/>
                <a:gd name="connsiteX5" fmla="*/ 586768 w 734122"/>
                <a:gd name="connsiteY5" fmla="*/ 306659 h 4074182"/>
                <a:gd name="connsiteX6" fmla="*/ 593405 w 734122"/>
                <a:gd name="connsiteY6" fmla="*/ 433438 h 4074182"/>
                <a:gd name="connsiteX7" fmla="*/ 586768 w 734122"/>
                <a:gd name="connsiteY7" fmla="*/ 560217 h 4074182"/>
                <a:gd name="connsiteX8" fmla="*/ 367061 w 734122"/>
                <a:gd name="connsiteY8" fmla="*/ 724830 h 4074182"/>
                <a:gd name="connsiteX9" fmla="*/ 298694 w 734122"/>
                <a:gd name="connsiteY9" fmla="*/ 718857 h 4074182"/>
                <a:gd name="connsiteX10" fmla="*/ 305995 w 734122"/>
                <a:gd name="connsiteY10" fmla="*/ 681686 h 4074182"/>
                <a:gd name="connsiteX11" fmla="*/ 367061 w 734122"/>
                <a:gd name="connsiteY11" fmla="*/ 686996 h 4074182"/>
                <a:gd name="connsiteX12" fmla="*/ 548933 w 734122"/>
                <a:gd name="connsiteY12" fmla="*/ 554243 h 4074182"/>
                <a:gd name="connsiteX13" fmla="*/ 554907 w 734122"/>
                <a:gd name="connsiteY13" fmla="*/ 432774 h 4074182"/>
                <a:gd name="connsiteX14" fmla="*/ 548933 w 734122"/>
                <a:gd name="connsiteY14" fmla="*/ 311305 h 4074182"/>
                <a:gd name="connsiteX15" fmla="*/ 367061 w 734122"/>
                <a:gd name="connsiteY15" fmla="*/ 178552 h 4074182"/>
                <a:gd name="connsiteX16" fmla="*/ 185190 w 734122"/>
                <a:gd name="connsiteY16" fmla="*/ 311305 h 4074182"/>
                <a:gd name="connsiteX17" fmla="*/ 179216 w 734122"/>
                <a:gd name="connsiteY17" fmla="*/ 432774 h 4074182"/>
                <a:gd name="connsiteX18" fmla="*/ 179216 w 734122"/>
                <a:gd name="connsiteY18" fmla="*/ 4074183 h 4074182"/>
                <a:gd name="connsiteX19" fmla="*/ 37834 w 734122"/>
                <a:gd name="connsiteY19" fmla="*/ 4074183 h 4074182"/>
                <a:gd name="connsiteX20" fmla="*/ 0 w 734122"/>
                <a:gd name="connsiteY20" fmla="*/ 4074183 h 4074182"/>
                <a:gd name="connsiteX21" fmla="*/ 0 w 734122"/>
                <a:gd name="connsiteY21" fmla="*/ 432774 h 4074182"/>
                <a:gd name="connsiteX22" fmla="*/ 7965 w 734122"/>
                <a:gd name="connsiteY22" fmla="*/ 275462 h 4074182"/>
                <a:gd name="connsiteX23" fmla="*/ 367061 w 734122"/>
                <a:gd name="connsiteY23" fmla="*/ 0 h 4074182"/>
                <a:gd name="connsiteX24" fmla="*/ 726158 w 734122"/>
                <a:gd name="connsiteY24" fmla="*/ 275462 h 4074182"/>
                <a:gd name="connsiteX25" fmla="*/ 734123 w 734122"/>
                <a:gd name="connsiteY25" fmla="*/ 432774 h 4074182"/>
                <a:gd name="connsiteX26" fmla="*/ 726158 w 734122"/>
                <a:gd name="connsiteY26" fmla="*/ 590086 h 4074182"/>
                <a:gd name="connsiteX27" fmla="*/ 367061 w 734122"/>
                <a:gd name="connsiteY27" fmla="*/ 865548 h 4074182"/>
                <a:gd name="connsiteX28" fmla="*/ 300021 w 734122"/>
                <a:gd name="connsiteY28" fmla="*/ 861566 h 4074182"/>
                <a:gd name="connsiteX29" fmla="*/ 304668 w 734122"/>
                <a:gd name="connsiteY29" fmla="*/ 823731 h 4074182"/>
                <a:gd name="connsiteX30" fmla="*/ 366397 w 734122"/>
                <a:gd name="connsiteY30" fmla="*/ 827714 h 4074182"/>
                <a:gd name="connsiteX31" fmla="*/ 688323 w 734122"/>
                <a:gd name="connsiteY31" fmla="*/ 584776 h 4074182"/>
                <a:gd name="connsiteX32" fmla="*/ 695624 w 734122"/>
                <a:gd name="connsiteY32" fmla="*/ 432774 h 4074182"/>
                <a:gd name="connsiteX33" fmla="*/ 688323 w 734122"/>
                <a:gd name="connsiteY33" fmla="*/ 280772 h 4074182"/>
                <a:gd name="connsiteX34" fmla="*/ 366397 w 734122"/>
                <a:gd name="connsiteY34" fmla="*/ 37835 h 4074182"/>
                <a:gd name="connsiteX35" fmla="*/ 44472 w 734122"/>
                <a:gd name="connsiteY35" fmla="*/ 280772 h 4074182"/>
                <a:gd name="connsiteX36" fmla="*/ 37171 w 734122"/>
                <a:gd name="connsiteY36" fmla="*/ 432774 h 4074182"/>
                <a:gd name="connsiteX37" fmla="*/ 37171 w 734122"/>
                <a:gd name="connsiteY37" fmla="*/ 4074183 h 40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34122" h="4074182">
                  <a:moveTo>
                    <a:pt x="178553" y="4074183"/>
                  </a:moveTo>
                  <a:lnTo>
                    <a:pt x="140718" y="4074183"/>
                  </a:lnTo>
                  <a:lnTo>
                    <a:pt x="140718" y="432774"/>
                  </a:lnTo>
                  <a:cubicBezTo>
                    <a:pt x="140718" y="387638"/>
                    <a:pt x="140718" y="348476"/>
                    <a:pt x="147355" y="305995"/>
                  </a:cubicBezTo>
                  <a:cubicBezTo>
                    <a:pt x="157975" y="230990"/>
                    <a:pt x="204439" y="141382"/>
                    <a:pt x="367061" y="141382"/>
                  </a:cubicBezTo>
                  <a:cubicBezTo>
                    <a:pt x="529683" y="141382"/>
                    <a:pt x="576147" y="230990"/>
                    <a:pt x="586768" y="306659"/>
                  </a:cubicBezTo>
                  <a:cubicBezTo>
                    <a:pt x="593405" y="349140"/>
                    <a:pt x="593405" y="388302"/>
                    <a:pt x="593405" y="433438"/>
                  </a:cubicBezTo>
                  <a:cubicBezTo>
                    <a:pt x="593405" y="478574"/>
                    <a:pt x="593405" y="517736"/>
                    <a:pt x="586768" y="560217"/>
                  </a:cubicBezTo>
                  <a:cubicBezTo>
                    <a:pt x="576147" y="635222"/>
                    <a:pt x="529683" y="724830"/>
                    <a:pt x="367061" y="724830"/>
                  </a:cubicBezTo>
                  <a:cubicBezTo>
                    <a:pt x="342502" y="724830"/>
                    <a:pt x="319270" y="722839"/>
                    <a:pt x="298694" y="718857"/>
                  </a:cubicBezTo>
                  <a:lnTo>
                    <a:pt x="305995" y="681686"/>
                  </a:lnTo>
                  <a:cubicBezTo>
                    <a:pt x="323916" y="685004"/>
                    <a:pt x="344494" y="686996"/>
                    <a:pt x="367061" y="686996"/>
                  </a:cubicBezTo>
                  <a:cubicBezTo>
                    <a:pt x="477247" y="686996"/>
                    <a:pt x="536985" y="643851"/>
                    <a:pt x="548933" y="554243"/>
                  </a:cubicBezTo>
                  <a:cubicBezTo>
                    <a:pt x="554907" y="513753"/>
                    <a:pt x="554907" y="476583"/>
                    <a:pt x="554907" y="432774"/>
                  </a:cubicBezTo>
                  <a:cubicBezTo>
                    <a:pt x="554907" y="388966"/>
                    <a:pt x="554907" y="351131"/>
                    <a:pt x="548933" y="311305"/>
                  </a:cubicBezTo>
                  <a:cubicBezTo>
                    <a:pt x="536321" y="221697"/>
                    <a:pt x="476582" y="178552"/>
                    <a:pt x="367061" y="178552"/>
                  </a:cubicBezTo>
                  <a:cubicBezTo>
                    <a:pt x="256876" y="178552"/>
                    <a:pt x="197138" y="221697"/>
                    <a:pt x="185190" y="311305"/>
                  </a:cubicBezTo>
                  <a:cubicBezTo>
                    <a:pt x="179216" y="351795"/>
                    <a:pt x="179216" y="388966"/>
                    <a:pt x="179216" y="432774"/>
                  </a:cubicBezTo>
                  <a:lnTo>
                    <a:pt x="179216" y="4074183"/>
                  </a:lnTo>
                  <a:close/>
                  <a:moveTo>
                    <a:pt x="37834" y="4074183"/>
                  </a:moveTo>
                  <a:lnTo>
                    <a:pt x="0" y="4074183"/>
                  </a:lnTo>
                  <a:lnTo>
                    <a:pt x="0" y="432774"/>
                  </a:lnTo>
                  <a:cubicBezTo>
                    <a:pt x="0" y="372372"/>
                    <a:pt x="1327" y="322589"/>
                    <a:pt x="7965" y="275462"/>
                  </a:cubicBezTo>
                  <a:cubicBezTo>
                    <a:pt x="32525" y="102883"/>
                    <a:pt x="166605" y="0"/>
                    <a:pt x="367061" y="0"/>
                  </a:cubicBezTo>
                  <a:cubicBezTo>
                    <a:pt x="567518" y="0"/>
                    <a:pt x="701598" y="102883"/>
                    <a:pt x="726158" y="275462"/>
                  </a:cubicBezTo>
                  <a:cubicBezTo>
                    <a:pt x="732796" y="322589"/>
                    <a:pt x="734123" y="372372"/>
                    <a:pt x="734123" y="432774"/>
                  </a:cubicBezTo>
                  <a:cubicBezTo>
                    <a:pt x="734123" y="493177"/>
                    <a:pt x="732796" y="542959"/>
                    <a:pt x="726158" y="590086"/>
                  </a:cubicBezTo>
                  <a:cubicBezTo>
                    <a:pt x="701598" y="762665"/>
                    <a:pt x="567518" y="865548"/>
                    <a:pt x="367061" y="865548"/>
                  </a:cubicBezTo>
                  <a:cubicBezTo>
                    <a:pt x="343829" y="865548"/>
                    <a:pt x="321926" y="864221"/>
                    <a:pt x="300021" y="861566"/>
                  </a:cubicBezTo>
                  <a:lnTo>
                    <a:pt x="304668" y="823731"/>
                  </a:lnTo>
                  <a:cubicBezTo>
                    <a:pt x="324581" y="826386"/>
                    <a:pt x="345157" y="827714"/>
                    <a:pt x="366397" y="827714"/>
                  </a:cubicBezTo>
                  <a:cubicBezTo>
                    <a:pt x="546277" y="827714"/>
                    <a:pt x="666419" y="736778"/>
                    <a:pt x="688323" y="584776"/>
                  </a:cubicBezTo>
                  <a:cubicBezTo>
                    <a:pt x="694297" y="539640"/>
                    <a:pt x="695624" y="491186"/>
                    <a:pt x="695624" y="432774"/>
                  </a:cubicBezTo>
                  <a:cubicBezTo>
                    <a:pt x="695624" y="374363"/>
                    <a:pt x="694297" y="325245"/>
                    <a:pt x="688323" y="280772"/>
                  </a:cubicBezTo>
                  <a:cubicBezTo>
                    <a:pt x="667083" y="128770"/>
                    <a:pt x="546277" y="37835"/>
                    <a:pt x="366397" y="37835"/>
                  </a:cubicBezTo>
                  <a:cubicBezTo>
                    <a:pt x="186518" y="37835"/>
                    <a:pt x="66376" y="128770"/>
                    <a:pt x="44472" y="280772"/>
                  </a:cubicBezTo>
                  <a:cubicBezTo>
                    <a:pt x="38498" y="325908"/>
                    <a:pt x="37171" y="374363"/>
                    <a:pt x="37171" y="432774"/>
                  </a:cubicBezTo>
                  <a:lnTo>
                    <a:pt x="37171" y="4074183"/>
                  </a:lnTo>
                  <a:close/>
                </a:path>
              </a:pathLst>
            </a:custGeom>
            <a:solidFill>
              <a:srgbClr val="FFFFFF"/>
            </a:solidFill>
            <a:ln w="6635" cap="flat">
              <a:noFill/>
              <a:prstDash val="solid"/>
              <a:miter/>
            </a:ln>
          </p:spPr>
          <p:txBody>
            <a:bodyPr rtlCol="0" anchor="ctr"/>
            <a:lstStyle/>
            <a:p>
              <a:endParaRPr lang="nl-NL"/>
            </a:p>
          </p:txBody>
        </p:sp>
        <p:sp>
          <p:nvSpPr>
            <p:cNvPr id="11" name="Vrije vorm: vorm 10">
              <a:extLst>
                <a:ext uri="{FF2B5EF4-FFF2-40B4-BE49-F238E27FC236}">
                  <a16:creationId xmlns:a16="http://schemas.microsoft.com/office/drawing/2014/main" id="{FD4ABA49-FA69-4637-9752-2DB63D193E82}"/>
                </a:ext>
              </a:extLst>
            </p:cNvPr>
            <p:cNvSpPr/>
            <p:nvPr/>
          </p:nvSpPr>
          <p:spPr>
            <a:xfrm>
              <a:off x="7679087" y="3008302"/>
              <a:ext cx="734122" cy="4074182"/>
            </a:xfrm>
            <a:custGeom>
              <a:avLst/>
              <a:gdLst>
                <a:gd name="connsiteX0" fmla="*/ 178552 w 734122"/>
                <a:gd name="connsiteY0" fmla="*/ 4074183 h 4074182"/>
                <a:gd name="connsiteX1" fmla="*/ 140718 w 734122"/>
                <a:gd name="connsiteY1" fmla="*/ 4074183 h 4074182"/>
                <a:gd name="connsiteX2" fmla="*/ 140718 w 734122"/>
                <a:gd name="connsiteY2" fmla="*/ 432774 h 4074182"/>
                <a:gd name="connsiteX3" fmla="*/ 147355 w 734122"/>
                <a:gd name="connsiteY3" fmla="*/ 305995 h 4074182"/>
                <a:gd name="connsiteX4" fmla="*/ 367061 w 734122"/>
                <a:gd name="connsiteY4" fmla="*/ 141382 h 4074182"/>
                <a:gd name="connsiteX5" fmla="*/ 586767 w 734122"/>
                <a:gd name="connsiteY5" fmla="*/ 306659 h 4074182"/>
                <a:gd name="connsiteX6" fmla="*/ 593404 w 734122"/>
                <a:gd name="connsiteY6" fmla="*/ 433438 h 4074182"/>
                <a:gd name="connsiteX7" fmla="*/ 586767 w 734122"/>
                <a:gd name="connsiteY7" fmla="*/ 560217 h 4074182"/>
                <a:gd name="connsiteX8" fmla="*/ 367061 w 734122"/>
                <a:gd name="connsiteY8" fmla="*/ 724830 h 4074182"/>
                <a:gd name="connsiteX9" fmla="*/ 298694 w 734122"/>
                <a:gd name="connsiteY9" fmla="*/ 718857 h 4074182"/>
                <a:gd name="connsiteX10" fmla="*/ 305995 w 734122"/>
                <a:gd name="connsiteY10" fmla="*/ 681686 h 4074182"/>
                <a:gd name="connsiteX11" fmla="*/ 367061 w 734122"/>
                <a:gd name="connsiteY11" fmla="*/ 686996 h 4074182"/>
                <a:gd name="connsiteX12" fmla="*/ 548933 w 734122"/>
                <a:gd name="connsiteY12" fmla="*/ 554243 h 4074182"/>
                <a:gd name="connsiteX13" fmla="*/ 554907 w 734122"/>
                <a:gd name="connsiteY13" fmla="*/ 432774 h 4074182"/>
                <a:gd name="connsiteX14" fmla="*/ 548933 w 734122"/>
                <a:gd name="connsiteY14" fmla="*/ 311305 h 4074182"/>
                <a:gd name="connsiteX15" fmla="*/ 367061 w 734122"/>
                <a:gd name="connsiteY15" fmla="*/ 178552 h 4074182"/>
                <a:gd name="connsiteX16" fmla="*/ 185190 w 734122"/>
                <a:gd name="connsiteY16" fmla="*/ 311305 h 4074182"/>
                <a:gd name="connsiteX17" fmla="*/ 179216 w 734122"/>
                <a:gd name="connsiteY17" fmla="*/ 432774 h 4074182"/>
                <a:gd name="connsiteX18" fmla="*/ 179216 w 734122"/>
                <a:gd name="connsiteY18" fmla="*/ 4074183 h 4074182"/>
                <a:gd name="connsiteX19" fmla="*/ 37834 w 734122"/>
                <a:gd name="connsiteY19" fmla="*/ 4074183 h 4074182"/>
                <a:gd name="connsiteX20" fmla="*/ 0 w 734122"/>
                <a:gd name="connsiteY20" fmla="*/ 4074183 h 4074182"/>
                <a:gd name="connsiteX21" fmla="*/ 0 w 734122"/>
                <a:gd name="connsiteY21" fmla="*/ 432774 h 4074182"/>
                <a:gd name="connsiteX22" fmla="*/ 7965 w 734122"/>
                <a:gd name="connsiteY22" fmla="*/ 275462 h 4074182"/>
                <a:gd name="connsiteX23" fmla="*/ 367061 w 734122"/>
                <a:gd name="connsiteY23" fmla="*/ 0 h 4074182"/>
                <a:gd name="connsiteX24" fmla="*/ 726157 w 734122"/>
                <a:gd name="connsiteY24" fmla="*/ 275462 h 4074182"/>
                <a:gd name="connsiteX25" fmla="*/ 734123 w 734122"/>
                <a:gd name="connsiteY25" fmla="*/ 432774 h 4074182"/>
                <a:gd name="connsiteX26" fmla="*/ 726157 w 734122"/>
                <a:gd name="connsiteY26" fmla="*/ 590086 h 4074182"/>
                <a:gd name="connsiteX27" fmla="*/ 367061 w 734122"/>
                <a:gd name="connsiteY27" fmla="*/ 865548 h 4074182"/>
                <a:gd name="connsiteX28" fmla="*/ 300021 w 734122"/>
                <a:gd name="connsiteY28" fmla="*/ 861566 h 4074182"/>
                <a:gd name="connsiteX29" fmla="*/ 304667 w 734122"/>
                <a:gd name="connsiteY29" fmla="*/ 823731 h 4074182"/>
                <a:gd name="connsiteX30" fmla="*/ 366397 w 734122"/>
                <a:gd name="connsiteY30" fmla="*/ 827714 h 4074182"/>
                <a:gd name="connsiteX31" fmla="*/ 688323 w 734122"/>
                <a:gd name="connsiteY31" fmla="*/ 584776 h 4074182"/>
                <a:gd name="connsiteX32" fmla="*/ 695624 w 734122"/>
                <a:gd name="connsiteY32" fmla="*/ 432774 h 4074182"/>
                <a:gd name="connsiteX33" fmla="*/ 688323 w 734122"/>
                <a:gd name="connsiteY33" fmla="*/ 280772 h 4074182"/>
                <a:gd name="connsiteX34" fmla="*/ 366397 w 734122"/>
                <a:gd name="connsiteY34" fmla="*/ 37835 h 4074182"/>
                <a:gd name="connsiteX35" fmla="*/ 44472 w 734122"/>
                <a:gd name="connsiteY35" fmla="*/ 280772 h 4074182"/>
                <a:gd name="connsiteX36" fmla="*/ 37171 w 734122"/>
                <a:gd name="connsiteY36" fmla="*/ 432774 h 4074182"/>
                <a:gd name="connsiteX37" fmla="*/ 37171 w 734122"/>
                <a:gd name="connsiteY37" fmla="*/ 4074183 h 40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34122" h="4074182">
                  <a:moveTo>
                    <a:pt x="178552" y="4074183"/>
                  </a:moveTo>
                  <a:lnTo>
                    <a:pt x="140718" y="4074183"/>
                  </a:lnTo>
                  <a:lnTo>
                    <a:pt x="140718" y="432774"/>
                  </a:lnTo>
                  <a:cubicBezTo>
                    <a:pt x="140718" y="387638"/>
                    <a:pt x="140718" y="348476"/>
                    <a:pt x="147355" y="305995"/>
                  </a:cubicBezTo>
                  <a:cubicBezTo>
                    <a:pt x="157975" y="230990"/>
                    <a:pt x="204439" y="141382"/>
                    <a:pt x="367061" y="141382"/>
                  </a:cubicBezTo>
                  <a:cubicBezTo>
                    <a:pt x="529683" y="141382"/>
                    <a:pt x="576147" y="230990"/>
                    <a:pt x="586767" y="306659"/>
                  </a:cubicBezTo>
                  <a:cubicBezTo>
                    <a:pt x="593404" y="349140"/>
                    <a:pt x="593404" y="388302"/>
                    <a:pt x="593404" y="433438"/>
                  </a:cubicBezTo>
                  <a:cubicBezTo>
                    <a:pt x="593404" y="478574"/>
                    <a:pt x="593404" y="517736"/>
                    <a:pt x="586767" y="560217"/>
                  </a:cubicBezTo>
                  <a:cubicBezTo>
                    <a:pt x="576147" y="635222"/>
                    <a:pt x="529683" y="724830"/>
                    <a:pt x="367061" y="724830"/>
                  </a:cubicBezTo>
                  <a:cubicBezTo>
                    <a:pt x="342502" y="724830"/>
                    <a:pt x="319270" y="722839"/>
                    <a:pt x="298694" y="718857"/>
                  </a:cubicBezTo>
                  <a:lnTo>
                    <a:pt x="305995" y="681686"/>
                  </a:lnTo>
                  <a:cubicBezTo>
                    <a:pt x="323916" y="685004"/>
                    <a:pt x="344493" y="686996"/>
                    <a:pt x="367061" y="686996"/>
                  </a:cubicBezTo>
                  <a:cubicBezTo>
                    <a:pt x="477246" y="686996"/>
                    <a:pt x="536984" y="643851"/>
                    <a:pt x="548933" y="554243"/>
                  </a:cubicBezTo>
                  <a:cubicBezTo>
                    <a:pt x="554907" y="513753"/>
                    <a:pt x="554907" y="476583"/>
                    <a:pt x="554907" y="432774"/>
                  </a:cubicBezTo>
                  <a:cubicBezTo>
                    <a:pt x="554907" y="388966"/>
                    <a:pt x="554907" y="351131"/>
                    <a:pt x="548933" y="311305"/>
                  </a:cubicBezTo>
                  <a:cubicBezTo>
                    <a:pt x="536321" y="221697"/>
                    <a:pt x="476582" y="178552"/>
                    <a:pt x="367061" y="178552"/>
                  </a:cubicBezTo>
                  <a:cubicBezTo>
                    <a:pt x="257540" y="178552"/>
                    <a:pt x="197138" y="221697"/>
                    <a:pt x="185190" y="311305"/>
                  </a:cubicBezTo>
                  <a:cubicBezTo>
                    <a:pt x="179216" y="351795"/>
                    <a:pt x="179216" y="388966"/>
                    <a:pt x="179216" y="432774"/>
                  </a:cubicBezTo>
                  <a:lnTo>
                    <a:pt x="179216" y="4074183"/>
                  </a:lnTo>
                  <a:close/>
                  <a:moveTo>
                    <a:pt x="37834" y="4074183"/>
                  </a:moveTo>
                  <a:lnTo>
                    <a:pt x="0" y="4074183"/>
                  </a:lnTo>
                  <a:lnTo>
                    <a:pt x="0" y="432774"/>
                  </a:lnTo>
                  <a:cubicBezTo>
                    <a:pt x="0" y="372372"/>
                    <a:pt x="1327" y="322589"/>
                    <a:pt x="7965" y="275462"/>
                  </a:cubicBezTo>
                  <a:cubicBezTo>
                    <a:pt x="32524" y="102883"/>
                    <a:pt x="166605" y="0"/>
                    <a:pt x="367061" y="0"/>
                  </a:cubicBezTo>
                  <a:cubicBezTo>
                    <a:pt x="567518" y="0"/>
                    <a:pt x="701598" y="102883"/>
                    <a:pt x="726157" y="275462"/>
                  </a:cubicBezTo>
                  <a:cubicBezTo>
                    <a:pt x="732795" y="322589"/>
                    <a:pt x="734123" y="372372"/>
                    <a:pt x="734123" y="432774"/>
                  </a:cubicBezTo>
                  <a:cubicBezTo>
                    <a:pt x="734123" y="493177"/>
                    <a:pt x="732795" y="542959"/>
                    <a:pt x="726157" y="590086"/>
                  </a:cubicBezTo>
                  <a:cubicBezTo>
                    <a:pt x="701598" y="762665"/>
                    <a:pt x="567518" y="865548"/>
                    <a:pt x="367061" y="865548"/>
                  </a:cubicBezTo>
                  <a:cubicBezTo>
                    <a:pt x="343829" y="865548"/>
                    <a:pt x="321926" y="864221"/>
                    <a:pt x="300021" y="861566"/>
                  </a:cubicBezTo>
                  <a:lnTo>
                    <a:pt x="304667" y="823731"/>
                  </a:lnTo>
                  <a:cubicBezTo>
                    <a:pt x="324580" y="826386"/>
                    <a:pt x="345157" y="827714"/>
                    <a:pt x="366397" y="827714"/>
                  </a:cubicBezTo>
                  <a:cubicBezTo>
                    <a:pt x="546277" y="827714"/>
                    <a:pt x="666418" y="736778"/>
                    <a:pt x="688323" y="584776"/>
                  </a:cubicBezTo>
                  <a:cubicBezTo>
                    <a:pt x="694297" y="539640"/>
                    <a:pt x="695624" y="491186"/>
                    <a:pt x="695624" y="432774"/>
                  </a:cubicBezTo>
                  <a:cubicBezTo>
                    <a:pt x="695624" y="374363"/>
                    <a:pt x="694297" y="325245"/>
                    <a:pt x="688323" y="280772"/>
                  </a:cubicBezTo>
                  <a:cubicBezTo>
                    <a:pt x="667083" y="128770"/>
                    <a:pt x="546277" y="37835"/>
                    <a:pt x="366397" y="37835"/>
                  </a:cubicBezTo>
                  <a:cubicBezTo>
                    <a:pt x="186518" y="37835"/>
                    <a:pt x="66376" y="128770"/>
                    <a:pt x="44472" y="280772"/>
                  </a:cubicBezTo>
                  <a:cubicBezTo>
                    <a:pt x="38498" y="325908"/>
                    <a:pt x="37171" y="374363"/>
                    <a:pt x="37171" y="432774"/>
                  </a:cubicBezTo>
                  <a:lnTo>
                    <a:pt x="37171" y="4074183"/>
                  </a:lnTo>
                  <a:close/>
                </a:path>
              </a:pathLst>
            </a:custGeom>
            <a:solidFill>
              <a:srgbClr val="FFFFFF"/>
            </a:solidFill>
            <a:ln w="6635" cap="flat">
              <a:noFill/>
              <a:prstDash val="solid"/>
              <a:miter/>
            </a:ln>
          </p:spPr>
          <p:txBody>
            <a:bodyPr rtlCol="0" anchor="ctr"/>
            <a:lstStyle/>
            <a:p>
              <a:endParaRPr lang="nl-NL"/>
            </a:p>
          </p:txBody>
        </p:sp>
        <p:sp>
          <p:nvSpPr>
            <p:cNvPr id="12" name="Vrije vorm: vorm 11">
              <a:extLst>
                <a:ext uri="{FF2B5EF4-FFF2-40B4-BE49-F238E27FC236}">
                  <a16:creationId xmlns:a16="http://schemas.microsoft.com/office/drawing/2014/main" id="{B8F7C213-1D07-496A-807A-52B49274AA47}"/>
                </a:ext>
              </a:extLst>
            </p:cNvPr>
            <p:cNvSpPr/>
            <p:nvPr/>
          </p:nvSpPr>
          <p:spPr>
            <a:xfrm>
              <a:off x="3068582" y="3008966"/>
              <a:ext cx="734122" cy="865548"/>
            </a:xfrm>
            <a:custGeom>
              <a:avLst/>
              <a:gdLst>
                <a:gd name="connsiteX0" fmla="*/ 367061 w 734122"/>
                <a:gd name="connsiteY0" fmla="*/ 865548 h 865548"/>
                <a:gd name="connsiteX1" fmla="*/ 7965 w 734122"/>
                <a:gd name="connsiteY1" fmla="*/ 590086 h 865548"/>
                <a:gd name="connsiteX2" fmla="*/ 0 w 734122"/>
                <a:gd name="connsiteY2" fmla="*/ 432774 h 865548"/>
                <a:gd name="connsiteX3" fmla="*/ 7965 w 734122"/>
                <a:gd name="connsiteY3" fmla="*/ 275462 h 865548"/>
                <a:gd name="connsiteX4" fmla="*/ 367061 w 734122"/>
                <a:gd name="connsiteY4" fmla="*/ 0 h 865548"/>
                <a:gd name="connsiteX5" fmla="*/ 726158 w 734122"/>
                <a:gd name="connsiteY5" fmla="*/ 275462 h 865548"/>
                <a:gd name="connsiteX6" fmla="*/ 734123 w 734122"/>
                <a:gd name="connsiteY6" fmla="*/ 432774 h 865548"/>
                <a:gd name="connsiteX7" fmla="*/ 726158 w 734122"/>
                <a:gd name="connsiteY7" fmla="*/ 590086 h 865548"/>
                <a:gd name="connsiteX8" fmla="*/ 367061 w 734122"/>
                <a:gd name="connsiteY8" fmla="*/ 865548 h 865548"/>
                <a:gd name="connsiteX9" fmla="*/ 367061 w 734122"/>
                <a:gd name="connsiteY9" fmla="*/ 37171 h 865548"/>
                <a:gd name="connsiteX10" fmla="*/ 45136 w 734122"/>
                <a:gd name="connsiteY10" fmla="*/ 280108 h 865548"/>
                <a:gd name="connsiteX11" fmla="*/ 37834 w 734122"/>
                <a:gd name="connsiteY11" fmla="*/ 432110 h 865548"/>
                <a:gd name="connsiteX12" fmla="*/ 45136 w 734122"/>
                <a:gd name="connsiteY12" fmla="*/ 584112 h 865548"/>
                <a:gd name="connsiteX13" fmla="*/ 367061 w 734122"/>
                <a:gd name="connsiteY13" fmla="*/ 827050 h 865548"/>
                <a:gd name="connsiteX14" fmla="*/ 688987 w 734122"/>
                <a:gd name="connsiteY14" fmla="*/ 584112 h 865548"/>
                <a:gd name="connsiteX15" fmla="*/ 696288 w 734122"/>
                <a:gd name="connsiteY15" fmla="*/ 432110 h 865548"/>
                <a:gd name="connsiteX16" fmla="*/ 688987 w 734122"/>
                <a:gd name="connsiteY16" fmla="*/ 280108 h 865548"/>
                <a:gd name="connsiteX17" fmla="*/ 367061 w 734122"/>
                <a:gd name="connsiteY17" fmla="*/ 37171 h 865548"/>
                <a:gd name="connsiteX18" fmla="*/ 367061 w 734122"/>
                <a:gd name="connsiteY18" fmla="*/ 724166 h 865548"/>
                <a:gd name="connsiteX19" fmla="*/ 147356 w 734122"/>
                <a:gd name="connsiteY19" fmla="*/ 558889 h 865548"/>
                <a:gd name="connsiteX20" fmla="*/ 140718 w 734122"/>
                <a:gd name="connsiteY20" fmla="*/ 432110 h 865548"/>
                <a:gd name="connsiteX21" fmla="*/ 147356 w 734122"/>
                <a:gd name="connsiteY21" fmla="*/ 305331 h 865548"/>
                <a:gd name="connsiteX22" fmla="*/ 367061 w 734122"/>
                <a:gd name="connsiteY22" fmla="*/ 140718 h 865548"/>
                <a:gd name="connsiteX23" fmla="*/ 586767 w 734122"/>
                <a:gd name="connsiteY23" fmla="*/ 305995 h 865548"/>
                <a:gd name="connsiteX24" fmla="*/ 593405 w 734122"/>
                <a:gd name="connsiteY24" fmla="*/ 432774 h 865548"/>
                <a:gd name="connsiteX25" fmla="*/ 586767 w 734122"/>
                <a:gd name="connsiteY25" fmla="*/ 559553 h 865548"/>
                <a:gd name="connsiteX26" fmla="*/ 367061 w 734122"/>
                <a:gd name="connsiteY26" fmla="*/ 724166 h 865548"/>
                <a:gd name="connsiteX27" fmla="*/ 367061 w 734122"/>
                <a:gd name="connsiteY27" fmla="*/ 178553 h 865548"/>
                <a:gd name="connsiteX28" fmla="*/ 185190 w 734122"/>
                <a:gd name="connsiteY28" fmla="*/ 311305 h 865548"/>
                <a:gd name="connsiteX29" fmla="*/ 179216 w 734122"/>
                <a:gd name="connsiteY29" fmla="*/ 432774 h 865548"/>
                <a:gd name="connsiteX30" fmla="*/ 185190 w 734122"/>
                <a:gd name="connsiteY30" fmla="*/ 554243 h 865548"/>
                <a:gd name="connsiteX31" fmla="*/ 367061 w 734122"/>
                <a:gd name="connsiteY31" fmla="*/ 686996 h 865548"/>
                <a:gd name="connsiteX32" fmla="*/ 548933 w 734122"/>
                <a:gd name="connsiteY32" fmla="*/ 554243 h 865548"/>
                <a:gd name="connsiteX33" fmla="*/ 554907 w 734122"/>
                <a:gd name="connsiteY33" fmla="*/ 432774 h 865548"/>
                <a:gd name="connsiteX34" fmla="*/ 548933 w 734122"/>
                <a:gd name="connsiteY34" fmla="*/ 311305 h 865548"/>
                <a:gd name="connsiteX35" fmla="*/ 367061 w 734122"/>
                <a:gd name="connsiteY35" fmla="*/ 178553 h 865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34122" h="865548">
                  <a:moveTo>
                    <a:pt x="367061" y="865548"/>
                  </a:moveTo>
                  <a:cubicBezTo>
                    <a:pt x="166605" y="865548"/>
                    <a:pt x="32524" y="762665"/>
                    <a:pt x="7965" y="590086"/>
                  </a:cubicBezTo>
                  <a:cubicBezTo>
                    <a:pt x="1327" y="542959"/>
                    <a:pt x="0" y="493177"/>
                    <a:pt x="0" y="432774"/>
                  </a:cubicBezTo>
                  <a:cubicBezTo>
                    <a:pt x="0" y="372371"/>
                    <a:pt x="1327" y="322589"/>
                    <a:pt x="7965" y="275462"/>
                  </a:cubicBezTo>
                  <a:cubicBezTo>
                    <a:pt x="32524" y="102883"/>
                    <a:pt x="166605" y="0"/>
                    <a:pt x="367061" y="0"/>
                  </a:cubicBezTo>
                  <a:cubicBezTo>
                    <a:pt x="567518" y="0"/>
                    <a:pt x="701599" y="102883"/>
                    <a:pt x="726158" y="275462"/>
                  </a:cubicBezTo>
                  <a:cubicBezTo>
                    <a:pt x="732795" y="322589"/>
                    <a:pt x="734123" y="372371"/>
                    <a:pt x="734123" y="432774"/>
                  </a:cubicBezTo>
                  <a:cubicBezTo>
                    <a:pt x="734123" y="493177"/>
                    <a:pt x="732795" y="542959"/>
                    <a:pt x="726158" y="590086"/>
                  </a:cubicBezTo>
                  <a:cubicBezTo>
                    <a:pt x="702262" y="762665"/>
                    <a:pt x="567518" y="865548"/>
                    <a:pt x="367061" y="865548"/>
                  </a:cubicBezTo>
                  <a:close/>
                  <a:moveTo>
                    <a:pt x="367061" y="37171"/>
                  </a:moveTo>
                  <a:cubicBezTo>
                    <a:pt x="187182" y="37171"/>
                    <a:pt x="67040" y="128106"/>
                    <a:pt x="45136" y="280108"/>
                  </a:cubicBezTo>
                  <a:cubicBezTo>
                    <a:pt x="39162" y="325244"/>
                    <a:pt x="37834" y="373699"/>
                    <a:pt x="37834" y="432110"/>
                  </a:cubicBezTo>
                  <a:cubicBezTo>
                    <a:pt x="37834" y="491185"/>
                    <a:pt x="39162" y="539640"/>
                    <a:pt x="45136" y="584112"/>
                  </a:cubicBezTo>
                  <a:cubicBezTo>
                    <a:pt x="66376" y="736114"/>
                    <a:pt x="187182" y="827050"/>
                    <a:pt x="367061" y="827050"/>
                  </a:cubicBezTo>
                  <a:cubicBezTo>
                    <a:pt x="546941" y="827050"/>
                    <a:pt x="667083" y="736114"/>
                    <a:pt x="688987" y="584112"/>
                  </a:cubicBezTo>
                  <a:cubicBezTo>
                    <a:pt x="694961" y="538976"/>
                    <a:pt x="696288" y="490522"/>
                    <a:pt x="696288" y="432110"/>
                  </a:cubicBezTo>
                  <a:cubicBezTo>
                    <a:pt x="696288" y="373035"/>
                    <a:pt x="694961" y="324581"/>
                    <a:pt x="688987" y="280108"/>
                  </a:cubicBezTo>
                  <a:cubicBezTo>
                    <a:pt x="667746" y="128106"/>
                    <a:pt x="546941" y="37171"/>
                    <a:pt x="367061" y="37171"/>
                  </a:cubicBezTo>
                  <a:close/>
                  <a:moveTo>
                    <a:pt x="367061" y="724166"/>
                  </a:moveTo>
                  <a:cubicBezTo>
                    <a:pt x="204439" y="724166"/>
                    <a:pt x="157976" y="634558"/>
                    <a:pt x="147356" y="558889"/>
                  </a:cubicBezTo>
                  <a:cubicBezTo>
                    <a:pt x="140718" y="516408"/>
                    <a:pt x="140718" y="477246"/>
                    <a:pt x="140718" y="432110"/>
                  </a:cubicBezTo>
                  <a:cubicBezTo>
                    <a:pt x="140718" y="386974"/>
                    <a:pt x="140718" y="347812"/>
                    <a:pt x="147356" y="305331"/>
                  </a:cubicBezTo>
                  <a:cubicBezTo>
                    <a:pt x="157976" y="230326"/>
                    <a:pt x="204439" y="140718"/>
                    <a:pt x="367061" y="140718"/>
                  </a:cubicBezTo>
                  <a:cubicBezTo>
                    <a:pt x="529684" y="140718"/>
                    <a:pt x="576147" y="230326"/>
                    <a:pt x="586767" y="305995"/>
                  </a:cubicBezTo>
                  <a:cubicBezTo>
                    <a:pt x="593405" y="348476"/>
                    <a:pt x="593405" y="387638"/>
                    <a:pt x="593405" y="432774"/>
                  </a:cubicBezTo>
                  <a:cubicBezTo>
                    <a:pt x="593405" y="477910"/>
                    <a:pt x="593405" y="517072"/>
                    <a:pt x="586767" y="559553"/>
                  </a:cubicBezTo>
                  <a:cubicBezTo>
                    <a:pt x="576147" y="634558"/>
                    <a:pt x="529684" y="724166"/>
                    <a:pt x="367061" y="724166"/>
                  </a:cubicBezTo>
                  <a:close/>
                  <a:moveTo>
                    <a:pt x="367061" y="178553"/>
                  </a:moveTo>
                  <a:cubicBezTo>
                    <a:pt x="256877" y="178553"/>
                    <a:pt x="197138" y="221697"/>
                    <a:pt x="185190" y="311305"/>
                  </a:cubicBezTo>
                  <a:cubicBezTo>
                    <a:pt x="179216" y="351795"/>
                    <a:pt x="179216" y="388966"/>
                    <a:pt x="179216" y="432774"/>
                  </a:cubicBezTo>
                  <a:cubicBezTo>
                    <a:pt x="179216" y="476582"/>
                    <a:pt x="179216" y="514417"/>
                    <a:pt x="185190" y="554243"/>
                  </a:cubicBezTo>
                  <a:cubicBezTo>
                    <a:pt x="197802" y="643851"/>
                    <a:pt x="257540" y="686996"/>
                    <a:pt x="367061" y="686996"/>
                  </a:cubicBezTo>
                  <a:cubicBezTo>
                    <a:pt x="477246" y="686996"/>
                    <a:pt x="536985" y="643851"/>
                    <a:pt x="548933" y="554243"/>
                  </a:cubicBezTo>
                  <a:cubicBezTo>
                    <a:pt x="554907" y="513753"/>
                    <a:pt x="554907" y="476582"/>
                    <a:pt x="554907" y="432774"/>
                  </a:cubicBezTo>
                  <a:cubicBezTo>
                    <a:pt x="554907" y="388966"/>
                    <a:pt x="554907" y="351131"/>
                    <a:pt x="548933" y="311305"/>
                  </a:cubicBezTo>
                  <a:cubicBezTo>
                    <a:pt x="536985" y="221697"/>
                    <a:pt x="477246" y="178553"/>
                    <a:pt x="367061" y="178553"/>
                  </a:cubicBezTo>
                  <a:close/>
                </a:path>
              </a:pathLst>
            </a:custGeom>
            <a:solidFill>
              <a:srgbClr val="FFFFFF"/>
            </a:solidFill>
            <a:ln w="6635"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A951D42D-E9F9-468C-85CD-D147B6DF5DD4}"/>
                </a:ext>
              </a:extLst>
            </p:cNvPr>
            <p:cNvSpPr/>
            <p:nvPr/>
          </p:nvSpPr>
          <p:spPr>
            <a:xfrm>
              <a:off x="4877339" y="-213608"/>
              <a:ext cx="734122" cy="4088122"/>
            </a:xfrm>
            <a:custGeom>
              <a:avLst/>
              <a:gdLst>
                <a:gd name="connsiteX0" fmla="*/ 367061 w 734122"/>
                <a:gd name="connsiteY0" fmla="*/ 4088123 h 4088122"/>
                <a:gd name="connsiteX1" fmla="*/ 7965 w 734122"/>
                <a:gd name="connsiteY1" fmla="*/ 3812661 h 4088122"/>
                <a:gd name="connsiteX2" fmla="*/ 0 w 734122"/>
                <a:gd name="connsiteY2" fmla="*/ 3655348 h 4088122"/>
                <a:gd name="connsiteX3" fmla="*/ 7965 w 734122"/>
                <a:gd name="connsiteY3" fmla="*/ 3498036 h 4088122"/>
                <a:gd name="connsiteX4" fmla="*/ 367061 w 734122"/>
                <a:gd name="connsiteY4" fmla="*/ 3222574 h 4088122"/>
                <a:gd name="connsiteX5" fmla="*/ 434101 w 734122"/>
                <a:gd name="connsiteY5" fmla="*/ 3226557 h 4088122"/>
                <a:gd name="connsiteX6" fmla="*/ 429455 w 734122"/>
                <a:gd name="connsiteY6" fmla="*/ 3264391 h 4088122"/>
                <a:gd name="connsiteX7" fmla="*/ 367061 w 734122"/>
                <a:gd name="connsiteY7" fmla="*/ 3260409 h 4088122"/>
                <a:gd name="connsiteX8" fmla="*/ 45136 w 734122"/>
                <a:gd name="connsiteY8" fmla="*/ 3503346 h 4088122"/>
                <a:gd name="connsiteX9" fmla="*/ 37835 w 734122"/>
                <a:gd name="connsiteY9" fmla="*/ 3655348 h 4088122"/>
                <a:gd name="connsiteX10" fmla="*/ 45136 w 734122"/>
                <a:gd name="connsiteY10" fmla="*/ 3807350 h 4088122"/>
                <a:gd name="connsiteX11" fmla="*/ 367061 w 734122"/>
                <a:gd name="connsiteY11" fmla="*/ 4050288 h 4088122"/>
                <a:gd name="connsiteX12" fmla="*/ 688987 w 734122"/>
                <a:gd name="connsiteY12" fmla="*/ 3807350 h 4088122"/>
                <a:gd name="connsiteX13" fmla="*/ 696288 w 734122"/>
                <a:gd name="connsiteY13" fmla="*/ 3655348 h 4088122"/>
                <a:gd name="connsiteX14" fmla="*/ 696288 w 734122"/>
                <a:gd name="connsiteY14" fmla="*/ 0 h 4088122"/>
                <a:gd name="connsiteX15" fmla="*/ 734123 w 734122"/>
                <a:gd name="connsiteY15" fmla="*/ 0 h 4088122"/>
                <a:gd name="connsiteX16" fmla="*/ 734123 w 734122"/>
                <a:gd name="connsiteY16" fmla="*/ 3655348 h 4088122"/>
                <a:gd name="connsiteX17" fmla="*/ 726158 w 734122"/>
                <a:gd name="connsiteY17" fmla="*/ 3812661 h 4088122"/>
                <a:gd name="connsiteX18" fmla="*/ 367061 w 734122"/>
                <a:gd name="connsiteY18" fmla="*/ 4088123 h 4088122"/>
                <a:gd name="connsiteX19" fmla="*/ 367061 w 734122"/>
                <a:gd name="connsiteY19" fmla="*/ 3946741 h 4088122"/>
                <a:gd name="connsiteX20" fmla="*/ 147356 w 734122"/>
                <a:gd name="connsiteY20" fmla="*/ 3781464 h 4088122"/>
                <a:gd name="connsiteX21" fmla="*/ 140718 w 734122"/>
                <a:gd name="connsiteY21" fmla="*/ 3654684 h 4088122"/>
                <a:gd name="connsiteX22" fmla="*/ 147356 w 734122"/>
                <a:gd name="connsiteY22" fmla="*/ 3527906 h 4088122"/>
                <a:gd name="connsiteX23" fmla="*/ 367061 w 734122"/>
                <a:gd name="connsiteY23" fmla="*/ 3363292 h 4088122"/>
                <a:gd name="connsiteX24" fmla="*/ 435429 w 734122"/>
                <a:gd name="connsiteY24" fmla="*/ 3369266 h 4088122"/>
                <a:gd name="connsiteX25" fmla="*/ 428128 w 734122"/>
                <a:gd name="connsiteY25" fmla="*/ 3406437 h 4088122"/>
                <a:gd name="connsiteX26" fmla="*/ 367061 w 734122"/>
                <a:gd name="connsiteY26" fmla="*/ 3401127 h 4088122"/>
                <a:gd name="connsiteX27" fmla="*/ 185190 w 734122"/>
                <a:gd name="connsiteY27" fmla="*/ 3533880 h 4088122"/>
                <a:gd name="connsiteX28" fmla="*/ 179216 w 734122"/>
                <a:gd name="connsiteY28" fmla="*/ 3655348 h 4088122"/>
                <a:gd name="connsiteX29" fmla="*/ 185190 w 734122"/>
                <a:gd name="connsiteY29" fmla="*/ 3776817 h 4088122"/>
                <a:gd name="connsiteX30" fmla="*/ 367061 w 734122"/>
                <a:gd name="connsiteY30" fmla="*/ 3909570 h 4088122"/>
                <a:gd name="connsiteX31" fmla="*/ 548933 w 734122"/>
                <a:gd name="connsiteY31" fmla="*/ 3776817 h 4088122"/>
                <a:gd name="connsiteX32" fmla="*/ 554907 w 734122"/>
                <a:gd name="connsiteY32" fmla="*/ 3655348 h 4088122"/>
                <a:gd name="connsiteX33" fmla="*/ 554907 w 734122"/>
                <a:gd name="connsiteY33" fmla="*/ 0 h 4088122"/>
                <a:gd name="connsiteX34" fmla="*/ 592741 w 734122"/>
                <a:gd name="connsiteY34" fmla="*/ 0 h 4088122"/>
                <a:gd name="connsiteX35" fmla="*/ 592741 w 734122"/>
                <a:gd name="connsiteY35" fmla="*/ 3655348 h 4088122"/>
                <a:gd name="connsiteX36" fmla="*/ 586104 w 734122"/>
                <a:gd name="connsiteY36" fmla="*/ 3782127 h 4088122"/>
                <a:gd name="connsiteX37" fmla="*/ 367061 w 734122"/>
                <a:gd name="connsiteY37" fmla="*/ 3946741 h 4088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34122" h="4088122">
                  <a:moveTo>
                    <a:pt x="367061" y="4088123"/>
                  </a:moveTo>
                  <a:cubicBezTo>
                    <a:pt x="166605" y="4088123"/>
                    <a:pt x="32524" y="3985239"/>
                    <a:pt x="7965" y="3812661"/>
                  </a:cubicBezTo>
                  <a:cubicBezTo>
                    <a:pt x="1328" y="3765533"/>
                    <a:pt x="0" y="3715751"/>
                    <a:pt x="0" y="3655348"/>
                  </a:cubicBezTo>
                  <a:cubicBezTo>
                    <a:pt x="0" y="3594946"/>
                    <a:pt x="1328" y="3545163"/>
                    <a:pt x="7965" y="3498036"/>
                  </a:cubicBezTo>
                  <a:cubicBezTo>
                    <a:pt x="32524" y="3325458"/>
                    <a:pt x="166605" y="3222574"/>
                    <a:pt x="367061" y="3222574"/>
                  </a:cubicBezTo>
                  <a:cubicBezTo>
                    <a:pt x="390293" y="3222574"/>
                    <a:pt x="412197" y="3223902"/>
                    <a:pt x="434101" y="3226557"/>
                  </a:cubicBezTo>
                  <a:lnTo>
                    <a:pt x="429455" y="3264391"/>
                  </a:lnTo>
                  <a:cubicBezTo>
                    <a:pt x="409543" y="3261736"/>
                    <a:pt x="388966" y="3260409"/>
                    <a:pt x="367061" y="3260409"/>
                  </a:cubicBezTo>
                  <a:cubicBezTo>
                    <a:pt x="187182" y="3260409"/>
                    <a:pt x="67040" y="3351344"/>
                    <a:pt x="45136" y="3503346"/>
                  </a:cubicBezTo>
                  <a:cubicBezTo>
                    <a:pt x="39162" y="3548482"/>
                    <a:pt x="37835" y="3596937"/>
                    <a:pt x="37835" y="3655348"/>
                  </a:cubicBezTo>
                  <a:cubicBezTo>
                    <a:pt x="37835" y="3714423"/>
                    <a:pt x="39162" y="3762878"/>
                    <a:pt x="45136" y="3807350"/>
                  </a:cubicBezTo>
                  <a:cubicBezTo>
                    <a:pt x="66376" y="3959352"/>
                    <a:pt x="187182" y="4050288"/>
                    <a:pt x="367061" y="4050288"/>
                  </a:cubicBezTo>
                  <a:cubicBezTo>
                    <a:pt x="546941" y="4050288"/>
                    <a:pt x="667083" y="3959352"/>
                    <a:pt x="688987" y="3807350"/>
                  </a:cubicBezTo>
                  <a:cubicBezTo>
                    <a:pt x="694961" y="3762214"/>
                    <a:pt x="696288" y="3713760"/>
                    <a:pt x="696288" y="3655348"/>
                  </a:cubicBezTo>
                  <a:lnTo>
                    <a:pt x="696288" y="0"/>
                  </a:lnTo>
                  <a:lnTo>
                    <a:pt x="734123" y="0"/>
                  </a:lnTo>
                  <a:lnTo>
                    <a:pt x="734123" y="3655348"/>
                  </a:lnTo>
                  <a:cubicBezTo>
                    <a:pt x="734123" y="3715751"/>
                    <a:pt x="732795" y="3765533"/>
                    <a:pt x="726158" y="3812661"/>
                  </a:cubicBezTo>
                  <a:cubicBezTo>
                    <a:pt x="702262" y="3985239"/>
                    <a:pt x="567518" y="4088123"/>
                    <a:pt x="367061" y="4088123"/>
                  </a:cubicBezTo>
                  <a:close/>
                  <a:moveTo>
                    <a:pt x="367061" y="3946741"/>
                  </a:moveTo>
                  <a:cubicBezTo>
                    <a:pt x="204439" y="3946741"/>
                    <a:pt x="157976" y="3857132"/>
                    <a:pt x="147356" y="3781464"/>
                  </a:cubicBezTo>
                  <a:cubicBezTo>
                    <a:pt x="140718" y="3738982"/>
                    <a:pt x="140718" y="3699821"/>
                    <a:pt x="140718" y="3654684"/>
                  </a:cubicBezTo>
                  <a:cubicBezTo>
                    <a:pt x="140718" y="3609548"/>
                    <a:pt x="140718" y="3570387"/>
                    <a:pt x="147356" y="3527906"/>
                  </a:cubicBezTo>
                  <a:cubicBezTo>
                    <a:pt x="157976" y="3452900"/>
                    <a:pt x="204439" y="3363292"/>
                    <a:pt x="367061" y="3363292"/>
                  </a:cubicBezTo>
                  <a:cubicBezTo>
                    <a:pt x="391621" y="3363292"/>
                    <a:pt x="414853" y="3365283"/>
                    <a:pt x="435429" y="3369266"/>
                  </a:cubicBezTo>
                  <a:lnTo>
                    <a:pt x="428128" y="3406437"/>
                  </a:lnTo>
                  <a:cubicBezTo>
                    <a:pt x="410206" y="3403118"/>
                    <a:pt x="389630" y="3401127"/>
                    <a:pt x="367061" y="3401127"/>
                  </a:cubicBezTo>
                  <a:cubicBezTo>
                    <a:pt x="256877" y="3401127"/>
                    <a:pt x="197138" y="3444272"/>
                    <a:pt x="185190" y="3533880"/>
                  </a:cubicBezTo>
                  <a:cubicBezTo>
                    <a:pt x="179216" y="3574369"/>
                    <a:pt x="179216" y="3611540"/>
                    <a:pt x="179216" y="3655348"/>
                  </a:cubicBezTo>
                  <a:cubicBezTo>
                    <a:pt x="179216" y="3699157"/>
                    <a:pt x="179216" y="3736991"/>
                    <a:pt x="185190" y="3776817"/>
                  </a:cubicBezTo>
                  <a:cubicBezTo>
                    <a:pt x="197802" y="3866425"/>
                    <a:pt x="257540" y="3909570"/>
                    <a:pt x="367061" y="3909570"/>
                  </a:cubicBezTo>
                  <a:cubicBezTo>
                    <a:pt x="477246" y="3909570"/>
                    <a:pt x="536985" y="3866425"/>
                    <a:pt x="548933" y="3776817"/>
                  </a:cubicBezTo>
                  <a:cubicBezTo>
                    <a:pt x="554907" y="3736328"/>
                    <a:pt x="554907" y="3699157"/>
                    <a:pt x="554907" y="3655348"/>
                  </a:cubicBezTo>
                  <a:lnTo>
                    <a:pt x="554907" y="0"/>
                  </a:lnTo>
                  <a:lnTo>
                    <a:pt x="592741" y="0"/>
                  </a:lnTo>
                  <a:lnTo>
                    <a:pt x="592741" y="3655348"/>
                  </a:lnTo>
                  <a:cubicBezTo>
                    <a:pt x="592741" y="3700484"/>
                    <a:pt x="592741" y="3739646"/>
                    <a:pt x="586104" y="3782127"/>
                  </a:cubicBezTo>
                  <a:cubicBezTo>
                    <a:pt x="576147" y="3857132"/>
                    <a:pt x="529684" y="3946741"/>
                    <a:pt x="367061" y="3946741"/>
                  </a:cubicBezTo>
                  <a:close/>
                </a:path>
              </a:pathLst>
            </a:custGeom>
            <a:solidFill>
              <a:srgbClr val="FFFFFF"/>
            </a:solidFill>
            <a:ln w="6635" cap="flat">
              <a:noFill/>
              <a:prstDash val="solid"/>
              <a:miter/>
            </a:ln>
          </p:spPr>
          <p:txBody>
            <a:bodyPr rtlCol="0" anchor="ctr"/>
            <a:lstStyle/>
            <a:p>
              <a:endParaRPr lang="nl-NL"/>
            </a:p>
          </p:txBody>
        </p:sp>
        <p:sp>
          <p:nvSpPr>
            <p:cNvPr id="14" name="Vrije vorm: vorm 13">
              <a:extLst>
                <a:ext uri="{FF2B5EF4-FFF2-40B4-BE49-F238E27FC236}">
                  <a16:creationId xmlns:a16="http://schemas.microsoft.com/office/drawing/2014/main" id="{59EB4BFE-DED7-49DE-8648-944BFA89F742}"/>
                </a:ext>
              </a:extLst>
            </p:cNvPr>
            <p:cNvSpPr/>
            <p:nvPr/>
          </p:nvSpPr>
          <p:spPr>
            <a:xfrm>
              <a:off x="3979266" y="-257152"/>
              <a:ext cx="734122" cy="4133921"/>
            </a:xfrm>
            <a:custGeom>
              <a:avLst/>
              <a:gdLst>
                <a:gd name="connsiteX0" fmla="*/ 367061 w 734122"/>
                <a:gd name="connsiteY0" fmla="*/ 4133922 h 4133921"/>
                <a:gd name="connsiteX1" fmla="*/ 7965 w 734122"/>
                <a:gd name="connsiteY1" fmla="*/ 3858460 h 4133921"/>
                <a:gd name="connsiteX2" fmla="*/ 0 w 734122"/>
                <a:gd name="connsiteY2" fmla="*/ 3701148 h 4133921"/>
                <a:gd name="connsiteX3" fmla="*/ 0 w 734122"/>
                <a:gd name="connsiteY3" fmla="*/ 0 h 4133921"/>
                <a:gd name="connsiteX4" fmla="*/ 37834 w 734122"/>
                <a:gd name="connsiteY4" fmla="*/ 0 h 4133921"/>
                <a:gd name="connsiteX5" fmla="*/ 37834 w 734122"/>
                <a:gd name="connsiteY5" fmla="*/ 3700484 h 4133921"/>
                <a:gd name="connsiteX6" fmla="*/ 45136 w 734122"/>
                <a:gd name="connsiteY6" fmla="*/ 3852486 h 4133921"/>
                <a:gd name="connsiteX7" fmla="*/ 367061 w 734122"/>
                <a:gd name="connsiteY7" fmla="*/ 4095424 h 4133921"/>
                <a:gd name="connsiteX8" fmla="*/ 688987 w 734122"/>
                <a:gd name="connsiteY8" fmla="*/ 3852486 h 4133921"/>
                <a:gd name="connsiteX9" fmla="*/ 696288 w 734122"/>
                <a:gd name="connsiteY9" fmla="*/ 3700484 h 4133921"/>
                <a:gd name="connsiteX10" fmla="*/ 696288 w 734122"/>
                <a:gd name="connsiteY10" fmla="*/ 0 h 4133921"/>
                <a:gd name="connsiteX11" fmla="*/ 734123 w 734122"/>
                <a:gd name="connsiteY11" fmla="*/ 0 h 4133921"/>
                <a:gd name="connsiteX12" fmla="*/ 734123 w 734122"/>
                <a:gd name="connsiteY12" fmla="*/ 3700484 h 4133921"/>
                <a:gd name="connsiteX13" fmla="*/ 726158 w 734122"/>
                <a:gd name="connsiteY13" fmla="*/ 3857796 h 4133921"/>
                <a:gd name="connsiteX14" fmla="*/ 367061 w 734122"/>
                <a:gd name="connsiteY14" fmla="*/ 4133922 h 4133921"/>
                <a:gd name="connsiteX15" fmla="*/ 367061 w 734122"/>
                <a:gd name="connsiteY15" fmla="*/ 3992540 h 4133921"/>
                <a:gd name="connsiteX16" fmla="*/ 147355 w 734122"/>
                <a:gd name="connsiteY16" fmla="*/ 3827263 h 4133921"/>
                <a:gd name="connsiteX17" fmla="*/ 140718 w 734122"/>
                <a:gd name="connsiteY17" fmla="*/ 3700484 h 4133921"/>
                <a:gd name="connsiteX18" fmla="*/ 140718 w 734122"/>
                <a:gd name="connsiteY18" fmla="*/ 0 h 4133921"/>
                <a:gd name="connsiteX19" fmla="*/ 178552 w 734122"/>
                <a:gd name="connsiteY19" fmla="*/ 0 h 4133921"/>
                <a:gd name="connsiteX20" fmla="*/ 178552 w 734122"/>
                <a:gd name="connsiteY20" fmla="*/ 3700484 h 4133921"/>
                <a:gd name="connsiteX21" fmla="*/ 184526 w 734122"/>
                <a:gd name="connsiteY21" fmla="*/ 3821953 h 4133921"/>
                <a:gd name="connsiteX22" fmla="*/ 366397 w 734122"/>
                <a:gd name="connsiteY22" fmla="*/ 3954706 h 4133921"/>
                <a:gd name="connsiteX23" fmla="*/ 548269 w 734122"/>
                <a:gd name="connsiteY23" fmla="*/ 3821953 h 4133921"/>
                <a:gd name="connsiteX24" fmla="*/ 554243 w 734122"/>
                <a:gd name="connsiteY24" fmla="*/ 3700484 h 4133921"/>
                <a:gd name="connsiteX25" fmla="*/ 554243 w 734122"/>
                <a:gd name="connsiteY25" fmla="*/ 0 h 4133921"/>
                <a:gd name="connsiteX26" fmla="*/ 592077 w 734122"/>
                <a:gd name="connsiteY26" fmla="*/ 0 h 4133921"/>
                <a:gd name="connsiteX27" fmla="*/ 592077 w 734122"/>
                <a:gd name="connsiteY27" fmla="*/ 3700484 h 4133921"/>
                <a:gd name="connsiteX28" fmla="*/ 585440 w 734122"/>
                <a:gd name="connsiteY28" fmla="*/ 3827263 h 4133921"/>
                <a:gd name="connsiteX29" fmla="*/ 367061 w 734122"/>
                <a:gd name="connsiteY29" fmla="*/ 3992540 h 413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34122" h="4133921">
                  <a:moveTo>
                    <a:pt x="367061" y="4133922"/>
                  </a:moveTo>
                  <a:cubicBezTo>
                    <a:pt x="166605" y="4133922"/>
                    <a:pt x="32524" y="4031039"/>
                    <a:pt x="7965" y="3858460"/>
                  </a:cubicBezTo>
                  <a:cubicBezTo>
                    <a:pt x="1327" y="3811333"/>
                    <a:pt x="0" y="3761551"/>
                    <a:pt x="0" y="3701148"/>
                  </a:cubicBezTo>
                  <a:lnTo>
                    <a:pt x="0" y="0"/>
                  </a:lnTo>
                  <a:lnTo>
                    <a:pt x="37834" y="0"/>
                  </a:lnTo>
                  <a:lnTo>
                    <a:pt x="37834" y="3700484"/>
                  </a:lnTo>
                  <a:cubicBezTo>
                    <a:pt x="37834" y="3759559"/>
                    <a:pt x="39162" y="3808014"/>
                    <a:pt x="45136" y="3852486"/>
                  </a:cubicBezTo>
                  <a:cubicBezTo>
                    <a:pt x="66376" y="4004488"/>
                    <a:pt x="187181" y="4095424"/>
                    <a:pt x="367061" y="4095424"/>
                  </a:cubicBezTo>
                  <a:cubicBezTo>
                    <a:pt x="546941" y="4095424"/>
                    <a:pt x="667083" y="4004488"/>
                    <a:pt x="688987" y="3852486"/>
                  </a:cubicBezTo>
                  <a:cubicBezTo>
                    <a:pt x="694961" y="3807350"/>
                    <a:pt x="696288" y="3758895"/>
                    <a:pt x="696288" y="3700484"/>
                  </a:cubicBezTo>
                  <a:lnTo>
                    <a:pt x="696288" y="0"/>
                  </a:lnTo>
                  <a:lnTo>
                    <a:pt x="734123" y="0"/>
                  </a:lnTo>
                  <a:lnTo>
                    <a:pt x="734123" y="3700484"/>
                  </a:lnTo>
                  <a:cubicBezTo>
                    <a:pt x="734123" y="3760887"/>
                    <a:pt x="732795" y="3810669"/>
                    <a:pt x="726158" y="3857796"/>
                  </a:cubicBezTo>
                  <a:cubicBezTo>
                    <a:pt x="701598" y="4031039"/>
                    <a:pt x="567518" y="4133922"/>
                    <a:pt x="367061" y="4133922"/>
                  </a:cubicBezTo>
                  <a:close/>
                  <a:moveTo>
                    <a:pt x="367061" y="3992540"/>
                  </a:moveTo>
                  <a:cubicBezTo>
                    <a:pt x="204439" y="3992540"/>
                    <a:pt x="157976" y="3902932"/>
                    <a:pt x="147355" y="3827263"/>
                  </a:cubicBezTo>
                  <a:cubicBezTo>
                    <a:pt x="140718" y="3784782"/>
                    <a:pt x="140718" y="3745620"/>
                    <a:pt x="140718" y="3700484"/>
                  </a:cubicBezTo>
                  <a:lnTo>
                    <a:pt x="140718" y="0"/>
                  </a:lnTo>
                  <a:lnTo>
                    <a:pt x="178552" y="0"/>
                  </a:lnTo>
                  <a:lnTo>
                    <a:pt x="178552" y="3700484"/>
                  </a:lnTo>
                  <a:cubicBezTo>
                    <a:pt x="178552" y="3744293"/>
                    <a:pt x="178552" y="3782127"/>
                    <a:pt x="184526" y="3821953"/>
                  </a:cubicBezTo>
                  <a:cubicBezTo>
                    <a:pt x="197138" y="3911561"/>
                    <a:pt x="256876" y="3954706"/>
                    <a:pt x="366397" y="3954706"/>
                  </a:cubicBezTo>
                  <a:cubicBezTo>
                    <a:pt x="476583" y="3954706"/>
                    <a:pt x="536321" y="3911561"/>
                    <a:pt x="548269" y="3821953"/>
                  </a:cubicBezTo>
                  <a:cubicBezTo>
                    <a:pt x="554243" y="3781464"/>
                    <a:pt x="554243" y="3744293"/>
                    <a:pt x="554243" y="3700484"/>
                  </a:cubicBezTo>
                  <a:lnTo>
                    <a:pt x="554243" y="0"/>
                  </a:lnTo>
                  <a:lnTo>
                    <a:pt x="592077" y="0"/>
                  </a:lnTo>
                  <a:lnTo>
                    <a:pt x="592077" y="3700484"/>
                  </a:lnTo>
                  <a:cubicBezTo>
                    <a:pt x="592077" y="3745620"/>
                    <a:pt x="592077" y="3784782"/>
                    <a:pt x="585440" y="3827263"/>
                  </a:cubicBezTo>
                  <a:cubicBezTo>
                    <a:pt x="576147" y="3902932"/>
                    <a:pt x="529020" y="3992540"/>
                    <a:pt x="367061" y="3992540"/>
                  </a:cubicBezTo>
                  <a:close/>
                </a:path>
              </a:pathLst>
            </a:custGeom>
            <a:solidFill>
              <a:srgbClr val="FFFFFF"/>
            </a:solidFill>
            <a:ln w="6635" cap="flat">
              <a:noFill/>
              <a:prstDash val="solid"/>
              <a:miter/>
            </a:ln>
          </p:spPr>
          <p:txBody>
            <a:bodyPr rtlCol="0" anchor="ctr"/>
            <a:lstStyle/>
            <a:p>
              <a:endParaRPr lang="nl-NL"/>
            </a:p>
          </p:txBody>
        </p:sp>
        <p:sp>
          <p:nvSpPr>
            <p:cNvPr id="15" name="Vrije vorm: vorm 14">
              <a:extLst>
                <a:ext uri="{FF2B5EF4-FFF2-40B4-BE49-F238E27FC236}">
                  <a16:creationId xmlns:a16="http://schemas.microsoft.com/office/drawing/2014/main" id="{14897FF0-BA82-48A4-9562-0BAB288E2307}"/>
                </a:ext>
              </a:extLst>
            </p:cNvPr>
            <p:cNvSpPr/>
            <p:nvPr/>
          </p:nvSpPr>
          <p:spPr>
            <a:xfrm>
              <a:off x="2058333" y="2752753"/>
              <a:ext cx="835015" cy="1121761"/>
            </a:xfrm>
            <a:custGeom>
              <a:avLst/>
              <a:gdLst>
                <a:gd name="connsiteX0" fmla="*/ 420163 w 835015"/>
                <a:gd name="connsiteY0" fmla="*/ 1121761 h 1121761"/>
                <a:gd name="connsiteX1" fmla="*/ 11948 w 835015"/>
                <a:gd name="connsiteY1" fmla="*/ 846299 h 1121761"/>
                <a:gd name="connsiteX2" fmla="*/ 0 w 835015"/>
                <a:gd name="connsiteY2" fmla="*/ 560881 h 1121761"/>
                <a:gd name="connsiteX3" fmla="*/ 0 w 835015"/>
                <a:gd name="connsiteY3" fmla="*/ 541631 h 1121761"/>
                <a:gd name="connsiteX4" fmla="*/ 11284 w 835015"/>
                <a:gd name="connsiteY4" fmla="*/ 275462 h 1121761"/>
                <a:gd name="connsiteX5" fmla="*/ 419499 w 835015"/>
                <a:gd name="connsiteY5" fmla="*/ 0 h 1121761"/>
                <a:gd name="connsiteX6" fmla="*/ 419499 w 835015"/>
                <a:gd name="connsiteY6" fmla="*/ 0 h 1121761"/>
                <a:gd name="connsiteX7" fmla="*/ 827714 w 835015"/>
                <a:gd name="connsiteY7" fmla="*/ 275462 h 1121761"/>
                <a:gd name="connsiteX8" fmla="*/ 789879 w 835015"/>
                <a:gd name="connsiteY8" fmla="*/ 280772 h 1121761"/>
                <a:gd name="connsiteX9" fmla="*/ 418835 w 835015"/>
                <a:gd name="connsiteY9" fmla="*/ 37835 h 1121761"/>
                <a:gd name="connsiteX10" fmla="*/ 418835 w 835015"/>
                <a:gd name="connsiteY10" fmla="*/ 37835 h 1121761"/>
                <a:gd name="connsiteX11" fmla="*/ 47791 w 835015"/>
                <a:gd name="connsiteY11" fmla="*/ 280772 h 1121761"/>
                <a:gd name="connsiteX12" fmla="*/ 36507 w 835015"/>
                <a:gd name="connsiteY12" fmla="*/ 560881 h 1121761"/>
                <a:gd name="connsiteX13" fmla="*/ 36507 w 835015"/>
                <a:gd name="connsiteY13" fmla="*/ 574156 h 1121761"/>
                <a:gd name="connsiteX14" fmla="*/ 47791 w 835015"/>
                <a:gd name="connsiteY14" fmla="*/ 841653 h 1121761"/>
                <a:gd name="connsiteX15" fmla="*/ 418835 w 835015"/>
                <a:gd name="connsiteY15" fmla="*/ 1084590 h 1121761"/>
                <a:gd name="connsiteX16" fmla="*/ 789879 w 835015"/>
                <a:gd name="connsiteY16" fmla="*/ 841653 h 1121761"/>
                <a:gd name="connsiteX17" fmla="*/ 797181 w 835015"/>
                <a:gd name="connsiteY17" fmla="*/ 689651 h 1121761"/>
                <a:gd name="connsiteX18" fmla="*/ 797181 w 835015"/>
                <a:gd name="connsiteY18" fmla="*/ 659781 h 1121761"/>
                <a:gd name="connsiteX19" fmla="*/ 625929 w 835015"/>
                <a:gd name="connsiteY19" fmla="*/ 527029 h 1121761"/>
                <a:gd name="connsiteX20" fmla="*/ 166605 w 835015"/>
                <a:gd name="connsiteY20" fmla="*/ 527029 h 1121761"/>
                <a:gd name="connsiteX21" fmla="*/ 166605 w 835015"/>
                <a:gd name="connsiteY21" fmla="*/ 489194 h 1121761"/>
                <a:gd name="connsiteX22" fmla="*/ 625929 w 835015"/>
                <a:gd name="connsiteY22" fmla="*/ 489194 h 1121761"/>
                <a:gd name="connsiteX23" fmla="*/ 835015 w 835015"/>
                <a:gd name="connsiteY23" fmla="*/ 659781 h 1121761"/>
                <a:gd name="connsiteX24" fmla="*/ 835015 w 835015"/>
                <a:gd name="connsiteY24" fmla="*/ 690315 h 1121761"/>
                <a:gd name="connsiteX25" fmla="*/ 827050 w 835015"/>
                <a:gd name="connsiteY25" fmla="*/ 847626 h 1121761"/>
                <a:gd name="connsiteX26" fmla="*/ 420163 w 835015"/>
                <a:gd name="connsiteY26" fmla="*/ 1121761 h 1121761"/>
                <a:gd name="connsiteX27" fmla="*/ 420163 w 835015"/>
                <a:gd name="connsiteY27" fmla="*/ 980379 h 1121761"/>
                <a:gd name="connsiteX28" fmla="*/ 152666 w 835015"/>
                <a:gd name="connsiteY28" fmla="*/ 822404 h 1121761"/>
                <a:gd name="connsiteX29" fmla="*/ 151338 w 835015"/>
                <a:gd name="connsiteY29" fmla="*/ 822404 h 1121761"/>
                <a:gd name="connsiteX30" fmla="*/ 141382 w 835015"/>
                <a:gd name="connsiteY30" fmla="*/ 560217 h 1121761"/>
                <a:gd name="connsiteX31" fmla="*/ 141382 w 835015"/>
                <a:gd name="connsiteY31" fmla="*/ 540968 h 1121761"/>
                <a:gd name="connsiteX32" fmla="*/ 151338 w 835015"/>
                <a:gd name="connsiteY32" fmla="*/ 305331 h 1121761"/>
                <a:gd name="connsiteX33" fmla="*/ 419499 w 835015"/>
                <a:gd name="connsiteY33" fmla="*/ 140054 h 1121761"/>
                <a:gd name="connsiteX34" fmla="*/ 419499 w 835015"/>
                <a:gd name="connsiteY34" fmla="*/ 140054 h 1121761"/>
                <a:gd name="connsiteX35" fmla="*/ 688323 w 835015"/>
                <a:gd name="connsiteY35" fmla="*/ 305331 h 1121761"/>
                <a:gd name="connsiteX36" fmla="*/ 650489 w 835015"/>
                <a:gd name="connsiteY36" fmla="*/ 310642 h 1121761"/>
                <a:gd name="connsiteX37" fmla="*/ 419499 w 835015"/>
                <a:gd name="connsiteY37" fmla="*/ 178552 h 1121761"/>
                <a:gd name="connsiteX38" fmla="*/ 419499 w 835015"/>
                <a:gd name="connsiteY38" fmla="*/ 178552 h 1121761"/>
                <a:gd name="connsiteX39" fmla="*/ 187845 w 835015"/>
                <a:gd name="connsiteY39" fmla="*/ 311305 h 1121761"/>
                <a:gd name="connsiteX40" fmla="*/ 177889 w 835015"/>
                <a:gd name="connsiteY40" fmla="*/ 560217 h 1121761"/>
                <a:gd name="connsiteX41" fmla="*/ 177889 w 835015"/>
                <a:gd name="connsiteY41" fmla="*/ 572164 h 1121761"/>
                <a:gd name="connsiteX42" fmla="*/ 186518 w 835015"/>
                <a:gd name="connsiteY42" fmla="*/ 809792 h 1121761"/>
                <a:gd name="connsiteX43" fmla="*/ 187182 w 835015"/>
                <a:gd name="connsiteY43" fmla="*/ 809792 h 1121761"/>
                <a:gd name="connsiteX44" fmla="*/ 418171 w 835015"/>
                <a:gd name="connsiteY44" fmla="*/ 942545 h 1121761"/>
                <a:gd name="connsiteX45" fmla="*/ 649825 w 835015"/>
                <a:gd name="connsiteY45" fmla="*/ 809792 h 1121761"/>
                <a:gd name="connsiteX46" fmla="*/ 655799 w 835015"/>
                <a:gd name="connsiteY46" fmla="*/ 688323 h 1121761"/>
                <a:gd name="connsiteX47" fmla="*/ 655799 w 835015"/>
                <a:gd name="connsiteY47" fmla="*/ 681686 h 1121761"/>
                <a:gd name="connsiteX48" fmla="*/ 628585 w 835015"/>
                <a:gd name="connsiteY48" fmla="*/ 666419 h 1121761"/>
                <a:gd name="connsiteX49" fmla="*/ 166605 w 835015"/>
                <a:gd name="connsiteY49" fmla="*/ 666419 h 1121761"/>
                <a:gd name="connsiteX50" fmla="*/ 166605 w 835015"/>
                <a:gd name="connsiteY50" fmla="*/ 628584 h 1121761"/>
                <a:gd name="connsiteX51" fmla="*/ 628585 w 835015"/>
                <a:gd name="connsiteY51" fmla="*/ 628584 h 1121761"/>
                <a:gd name="connsiteX52" fmla="*/ 693633 w 835015"/>
                <a:gd name="connsiteY52" fmla="*/ 681022 h 1121761"/>
                <a:gd name="connsiteX53" fmla="*/ 693633 w 835015"/>
                <a:gd name="connsiteY53" fmla="*/ 687660 h 1121761"/>
                <a:gd name="connsiteX54" fmla="*/ 686996 w 835015"/>
                <a:gd name="connsiteY54" fmla="*/ 814438 h 1121761"/>
                <a:gd name="connsiteX55" fmla="*/ 420163 w 835015"/>
                <a:gd name="connsiteY55" fmla="*/ 980379 h 112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35015" h="1121761">
                  <a:moveTo>
                    <a:pt x="420163" y="1121761"/>
                  </a:moveTo>
                  <a:cubicBezTo>
                    <a:pt x="192492" y="1121761"/>
                    <a:pt x="35843" y="1016223"/>
                    <a:pt x="11948" y="846299"/>
                  </a:cubicBezTo>
                  <a:cubicBezTo>
                    <a:pt x="5310" y="798508"/>
                    <a:pt x="0" y="619292"/>
                    <a:pt x="0" y="560881"/>
                  </a:cubicBezTo>
                  <a:lnTo>
                    <a:pt x="0" y="541631"/>
                  </a:lnTo>
                  <a:cubicBezTo>
                    <a:pt x="664" y="465962"/>
                    <a:pt x="5974" y="317279"/>
                    <a:pt x="11284" y="275462"/>
                  </a:cubicBezTo>
                  <a:cubicBezTo>
                    <a:pt x="35179" y="105538"/>
                    <a:pt x="191828" y="0"/>
                    <a:pt x="419499" y="0"/>
                  </a:cubicBezTo>
                  <a:cubicBezTo>
                    <a:pt x="419499" y="0"/>
                    <a:pt x="419499" y="0"/>
                    <a:pt x="419499" y="0"/>
                  </a:cubicBezTo>
                  <a:cubicBezTo>
                    <a:pt x="588095" y="0"/>
                    <a:pt x="795189" y="47791"/>
                    <a:pt x="827714" y="275462"/>
                  </a:cubicBezTo>
                  <a:lnTo>
                    <a:pt x="789879" y="280772"/>
                  </a:lnTo>
                  <a:cubicBezTo>
                    <a:pt x="767311" y="119478"/>
                    <a:pt x="642524" y="37835"/>
                    <a:pt x="418835" y="37835"/>
                  </a:cubicBezTo>
                  <a:cubicBezTo>
                    <a:pt x="418835" y="37835"/>
                    <a:pt x="418835" y="37835"/>
                    <a:pt x="418835" y="37835"/>
                  </a:cubicBezTo>
                  <a:cubicBezTo>
                    <a:pt x="211077" y="37835"/>
                    <a:pt x="69031" y="130762"/>
                    <a:pt x="47791" y="280772"/>
                  </a:cubicBezTo>
                  <a:cubicBezTo>
                    <a:pt x="41817" y="323917"/>
                    <a:pt x="36507" y="497159"/>
                    <a:pt x="36507" y="560881"/>
                  </a:cubicBezTo>
                  <a:lnTo>
                    <a:pt x="36507" y="574156"/>
                  </a:lnTo>
                  <a:cubicBezTo>
                    <a:pt x="37171" y="645842"/>
                    <a:pt x="42481" y="801163"/>
                    <a:pt x="47791" y="841653"/>
                  </a:cubicBezTo>
                  <a:cubicBezTo>
                    <a:pt x="69031" y="991663"/>
                    <a:pt x="211077" y="1084590"/>
                    <a:pt x="418835" y="1084590"/>
                  </a:cubicBezTo>
                  <a:cubicBezTo>
                    <a:pt x="641860" y="1084590"/>
                    <a:pt x="767311" y="1002947"/>
                    <a:pt x="789879" y="841653"/>
                  </a:cubicBezTo>
                  <a:cubicBezTo>
                    <a:pt x="795853" y="796517"/>
                    <a:pt x="797181" y="748062"/>
                    <a:pt x="797181" y="689651"/>
                  </a:cubicBezTo>
                  <a:lnTo>
                    <a:pt x="797181" y="659781"/>
                  </a:lnTo>
                  <a:cubicBezTo>
                    <a:pt x="796517" y="578138"/>
                    <a:pt x="767975" y="527029"/>
                    <a:pt x="625929" y="527029"/>
                  </a:cubicBezTo>
                  <a:lnTo>
                    <a:pt x="166605" y="527029"/>
                  </a:lnTo>
                  <a:lnTo>
                    <a:pt x="166605" y="489194"/>
                  </a:lnTo>
                  <a:lnTo>
                    <a:pt x="625929" y="489194"/>
                  </a:lnTo>
                  <a:cubicBezTo>
                    <a:pt x="769966" y="489194"/>
                    <a:pt x="834352" y="541631"/>
                    <a:pt x="835015" y="659781"/>
                  </a:cubicBezTo>
                  <a:lnTo>
                    <a:pt x="835015" y="690315"/>
                  </a:lnTo>
                  <a:cubicBezTo>
                    <a:pt x="835015" y="750717"/>
                    <a:pt x="833688" y="800499"/>
                    <a:pt x="827050" y="847626"/>
                  </a:cubicBezTo>
                  <a:cubicBezTo>
                    <a:pt x="796517" y="1073970"/>
                    <a:pt x="588759" y="1121761"/>
                    <a:pt x="420163" y="1121761"/>
                  </a:cubicBezTo>
                  <a:close/>
                  <a:moveTo>
                    <a:pt x="420163" y="980379"/>
                  </a:moveTo>
                  <a:cubicBezTo>
                    <a:pt x="253558" y="980379"/>
                    <a:pt x="171251" y="931925"/>
                    <a:pt x="152666" y="822404"/>
                  </a:cubicBezTo>
                  <a:lnTo>
                    <a:pt x="151338" y="822404"/>
                  </a:lnTo>
                  <a:cubicBezTo>
                    <a:pt x="144700" y="779259"/>
                    <a:pt x="141382" y="601370"/>
                    <a:pt x="141382" y="560217"/>
                  </a:cubicBezTo>
                  <a:lnTo>
                    <a:pt x="141382" y="540968"/>
                  </a:lnTo>
                  <a:cubicBezTo>
                    <a:pt x="142045" y="479901"/>
                    <a:pt x="145364" y="343830"/>
                    <a:pt x="151338" y="305331"/>
                  </a:cubicBezTo>
                  <a:cubicBezTo>
                    <a:pt x="167269" y="191164"/>
                    <a:pt x="250239" y="140054"/>
                    <a:pt x="419499" y="140054"/>
                  </a:cubicBezTo>
                  <a:cubicBezTo>
                    <a:pt x="419499" y="140054"/>
                    <a:pt x="419499" y="140054"/>
                    <a:pt x="419499" y="140054"/>
                  </a:cubicBezTo>
                  <a:cubicBezTo>
                    <a:pt x="592078" y="140054"/>
                    <a:pt x="672393" y="189173"/>
                    <a:pt x="688323" y="305331"/>
                  </a:cubicBezTo>
                  <a:lnTo>
                    <a:pt x="650489" y="310642"/>
                  </a:lnTo>
                  <a:cubicBezTo>
                    <a:pt x="639205" y="230990"/>
                    <a:pt x="595396" y="178552"/>
                    <a:pt x="419499" y="178552"/>
                  </a:cubicBezTo>
                  <a:cubicBezTo>
                    <a:pt x="419499" y="178552"/>
                    <a:pt x="419499" y="178552"/>
                    <a:pt x="419499" y="178552"/>
                  </a:cubicBezTo>
                  <a:cubicBezTo>
                    <a:pt x="232317" y="178552"/>
                    <a:pt x="197802" y="242274"/>
                    <a:pt x="187845" y="311305"/>
                  </a:cubicBezTo>
                  <a:cubicBezTo>
                    <a:pt x="181871" y="350468"/>
                    <a:pt x="177889" y="515081"/>
                    <a:pt x="177889" y="560217"/>
                  </a:cubicBezTo>
                  <a:lnTo>
                    <a:pt x="177889" y="572164"/>
                  </a:lnTo>
                  <a:cubicBezTo>
                    <a:pt x="178552" y="627921"/>
                    <a:pt x="181871" y="764656"/>
                    <a:pt x="186518" y="809792"/>
                  </a:cubicBezTo>
                  <a:lnTo>
                    <a:pt x="187182" y="809792"/>
                  </a:lnTo>
                  <a:cubicBezTo>
                    <a:pt x="197138" y="878823"/>
                    <a:pt x="231654" y="942545"/>
                    <a:pt x="418171" y="942545"/>
                  </a:cubicBezTo>
                  <a:cubicBezTo>
                    <a:pt x="595396" y="942545"/>
                    <a:pt x="638541" y="889444"/>
                    <a:pt x="649825" y="809792"/>
                  </a:cubicBezTo>
                  <a:cubicBezTo>
                    <a:pt x="655799" y="769302"/>
                    <a:pt x="655799" y="732132"/>
                    <a:pt x="655799" y="688323"/>
                  </a:cubicBezTo>
                  <a:lnTo>
                    <a:pt x="655799" y="681686"/>
                  </a:lnTo>
                  <a:cubicBezTo>
                    <a:pt x="655799" y="671065"/>
                    <a:pt x="655799" y="666419"/>
                    <a:pt x="628585" y="666419"/>
                  </a:cubicBezTo>
                  <a:lnTo>
                    <a:pt x="166605" y="666419"/>
                  </a:lnTo>
                  <a:lnTo>
                    <a:pt x="166605" y="628584"/>
                  </a:lnTo>
                  <a:lnTo>
                    <a:pt x="628585" y="628584"/>
                  </a:lnTo>
                  <a:cubicBezTo>
                    <a:pt x="646506" y="628584"/>
                    <a:pt x="692970" y="628584"/>
                    <a:pt x="693633" y="681022"/>
                  </a:cubicBezTo>
                  <a:lnTo>
                    <a:pt x="693633" y="687660"/>
                  </a:lnTo>
                  <a:cubicBezTo>
                    <a:pt x="693633" y="732795"/>
                    <a:pt x="693633" y="771958"/>
                    <a:pt x="686996" y="814438"/>
                  </a:cubicBezTo>
                  <a:cubicBezTo>
                    <a:pt x="673057" y="931261"/>
                    <a:pt x="592741" y="980379"/>
                    <a:pt x="420163" y="980379"/>
                  </a:cubicBezTo>
                  <a:close/>
                </a:path>
              </a:pathLst>
            </a:custGeom>
            <a:solidFill>
              <a:srgbClr val="FFFFFF"/>
            </a:solidFill>
            <a:ln w="6635" cap="flat">
              <a:noFill/>
              <a:prstDash val="solid"/>
              <a:miter/>
            </a:ln>
          </p:spPr>
          <p:txBody>
            <a:bodyPr rtlCol="0" anchor="ctr"/>
            <a:lstStyle/>
            <a:p>
              <a:endParaRPr lang="nl-NL"/>
            </a:p>
          </p:txBody>
        </p:sp>
        <p:sp>
          <p:nvSpPr>
            <p:cNvPr id="16" name="Vrije vorm: vorm 15">
              <a:extLst>
                <a:ext uri="{FF2B5EF4-FFF2-40B4-BE49-F238E27FC236}">
                  <a16:creationId xmlns:a16="http://schemas.microsoft.com/office/drawing/2014/main" id="{39F75D45-99F1-4496-9359-FEDE74591160}"/>
                </a:ext>
              </a:extLst>
            </p:cNvPr>
            <p:cNvSpPr/>
            <p:nvPr/>
          </p:nvSpPr>
          <p:spPr>
            <a:xfrm>
              <a:off x="8644864" y="3008966"/>
              <a:ext cx="737858" cy="865548"/>
            </a:xfrm>
            <a:custGeom>
              <a:avLst/>
              <a:gdLst>
                <a:gd name="connsiteX0" fmla="*/ 367061 w 737858"/>
                <a:gd name="connsiteY0" fmla="*/ 865548 h 865548"/>
                <a:gd name="connsiteX1" fmla="*/ 7965 w 737858"/>
                <a:gd name="connsiteY1" fmla="*/ 590086 h 865548"/>
                <a:gd name="connsiteX2" fmla="*/ 0 w 737858"/>
                <a:gd name="connsiteY2" fmla="*/ 432774 h 865548"/>
                <a:gd name="connsiteX3" fmla="*/ 7965 w 737858"/>
                <a:gd name="connsiteY3" fmla="*/ 275462 h 865548"/>
                <a:gd name="connsiteX4" fmla="*/ 367061 w 737858"/>
                <a:gd name="connsiteY4" fmla="*/ 0 h 865548"/>
                <a:gd name="connsiteX5" fmla="*/ 733459 w 737858"/>
                <a:gd name="connsiteY5" fmla="*/ 253558 h 865548"/>
                <a:gd name="connsiteX6" fmla="*/ 690978 w 737858"/>
                <a:gd name="connsiteY6" fmla="*/ 446049 h 865548"/>
                <a:gd name="connsiteX7" fmla="*/ 487202 w 737858"/>
                <a:gd name="connsiteY7" fmla="*/ 522382 h 865548"/>
                <a:gd name="connsiteX8" fmla="*/ 299357 w 737858"/>
                <a:gd name="connsiteY8" fmla="*/ 522382 h 865548"/>
                <a:gd name="connsiteX9" fmla="*/ 299357 w 737858"/>
                <a:gd name="connsiteY9" fmla="*/ 484548 h 865548"/>
                <a:gd name="connsiteX10" fmla="*/ 487202 w 737858"/>
                <a:gd name="connsiteY10" fmla="*/ 484548 h 865548"/>
                <a:gd name="connsiteX11" fmla="*/ 661772 w 737858"/>
                <a:gd name="connsiteY11" fmla="*/ 421490 h 865548"/>
                <a:gd name="connsiteX12" fmla="*/ 695624 w 737858"/>
                <a:gd name="connsiteY12" fmla="*/ 258868 h 865548"/>
                <a:gd name="connsiteX13" fmla="*/ 366397 w 737858"/>
                <a:gd name="connsiteY13" fmla="*/ 37835 h 865548"/>
                <a:gd name="connsiteX14" fmla="*/ 44472 w 737858"/>
                <a:gd name="connsiteY14" fmla="*/ 280772 h 865548"/>
                <a:gd name="connsiteX15" fmla="*/ 37171 w 737858"/>
                <a:gd name="connsiteY15" fmla="*/ 432774 h 865548"/>
                <a:gd name="connsiteX16" fmla="*/ 44472 w 737858"/>
                <a:gd name="connsiteY16" fmla="*/ 584776 h 865548"/>
                <a:gd name="connsiteX17" fmla="*/ 366397 w 737858"/>
                <a:gd name="connsiteY17" fmla="*/ 827714 h 865548"/>
                <a:gd name="connsiteX18" fmla="*/ 609335 w 737858"/>
                <a:gd name="connsiteY18" fmla="*/ 794526 h 865548"/>
                <a:gd name="connsiteX19" fmla="*/ 619955 w 737858"/>
                <a:gd name="connsiteY19" fmla="*/ 831033 h 865548"/>
                <a:gd name="connsiteX20" fmla="*/ 367061 w 737858"/>
                <a:gd name="connsiteY20" fmla="*/ 865548 h 865548"/>
                <a:gd name="connsiteX21" fmla="*/ 367061 w 737858"/>
                <a:gd name="connsiteY21" fmla="*/ 724166 h 865548"/>
                <a:gd name="connsiteX22" fmla="*/ 147355 w 737858"/>
                <a:gd name="connsiteY22" fmla="*/ 558889 h 865548"/>
                <a:gd name="connsiteX23" fmla="*/ 140718 w 737858"/>
                <a:gd name="connsiteY23" fmla="*/ 432110 h 865548"/>
                <a:gd name="connsiteX24" fmla="*/ 147355 w 737858"/>
                <a:gd name="connsiteY24" fmla="*/ 305331 h 865548"/>
                <a:gd name="connsiteX25" fmla="*/ 367061 w 737858"/>
                <a:gd name="connsiteY25" fmla="*/ 140718 h 865548"/>
                <a:gd name="connsiteX26" fmla="*/ 552915 w 737858"/>
                <a:gd name="connsiteY26" fmla="*/ 189836 h 865548"/>
                <a:gd name="connsiteX27" fmla="*/ 591414 w 737858"/>
                <a:gd name="connsiteY27" fmla="*/ 264842 h 865548"/>
                <a:gd name="connsiteX28" fmla="*/ 570173 w 737858"/>
                <a:gd name="connsiteY28" fmla="*/ 355777 h 865548"/>
                <a:gd name="connsiteX29" fmla="*/ 503796 w 737858"/>
                <a:gd name="connsiteY29" fmla="*/ 381001 h 865548"/>
                <a:gd name="connsiteX30" fmla="*/ 299357 w 737858"/>
                <a:gd name="connsiteY30" fmla="*/ 381001 h 865548"/>
                <a:gd name="connsiteX31" fmla="*/ 299357 w 737858"/>
                <a:gd name="connsiteY31" fmla="*/ 343166 h 865548"/>
                <a:gd name="connsiteX32" fmla="*/ 503796 w 737858"/>
                <a:gd name="connsiteY32" fmla="*/ 343166 h 865548"/>
                <a:gd name="connsiteX33" fmla="*/ 542295 w 737858"/>
                <a:gd name="connsiteY33" fmla="*/ 330554 h 865548"/>
                <a:gd name="connsiteX34" fmla="*/ 553579 w 737858"/>
                <a:gd name="connsiteY34" fmla="*/ 267497 h 865548"/>
                <a:gd name="connsiteX35" fmla="*/ 367725 w 737858"/>
                <a:gd name="connsiteY35" fmla="*/ 179216 h 865548"/>
                <a:gd name="connsiteX36" fmla="*/ 184526 w 737858"/>
                <a:gd name="connsiteY36" fmla="*/ 311969 h 865548"/>
                <a:gd name="connsiteX37" fmla="*/ 178552 w 737858"/>
                <a:gd name="connsiteY37" fmla="*/ 433438 h 865548"/>
                <a:gd name="connsiteX38" fmla="*/ 184526 w 737858"/>
                <a:gd name="connsiteY38" fmla="*/ 554907 h 865548"/>
                <a:gd name="connsiteX39" fmla="*/ 366397 w 737858"/>
                <a:gd name="connsiteY39" fmla="*/ 687659 h 865548"/>
                <a:gd name="connsiteX40" fmla="*/ 568182 w 737858"/>
                <a:gd name="connsiteY40" fmla="*/ 655799 h 865548"/>
                <a:gd name="connsiteX41" fmla="*/ 580129 w 737858"/>
                <a:gd name="connsiteY41" fmla="*/ 691642 h 865548"/>
                <a:gd name="connsiteX42" fmla="*/ 367061 w 737858"/>
                <a:gd name="connsiteY42" fmla="*/ 724166 h 865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37858" h="865548">
                  <a:moveTo>
                    <a:pt x="367061" y="865548"/>
                  </a:moveTo>
                  <a:cubicBezTo>
                    <a:pt x="166605" y="865548"/>
                    <a:pt x="32524" y="762665"/>
                    <a:pt x="7965" y="590086"/>
                  </a:cubicBezTo>
                  <a:cubicBezTo>
                    <a:pt x="1327" y="542959"/>
                    <a:pt x="0" y="493177"/>
                    <a:pt x="0" y="432774"/>
                  </a:cubicBezTo>
                  <a:cubicBezTo>
                    <a:pt x="0" y="372371"/>
                    <a:pt x="1327" y="322589"/>
                    <a:pt x="7965" y="275462"/>
                  </a:cubicBezTo>
                  <a:cubicBezTo>
                    <a:pt x="32524" y="102883"/>
                    <a:pt x="166605" y="0"/>
                    <a:pt x="367061" y="0"/>
                  </a:cubicBezTo>
                  <a:cubicBezTo>
                    <a:pt x="580129" y="0"/>
                    <a:pt x="710228" y="90272"/>
                    <a:pt x="733459" y="253558"/>
                  </a:cubicBezTo>
                  <a:cubicBezTo>
                    <a:pt x="746070" y="331882"/>
                    <a:pt x="731468" y="398922"/>
                    <a:pt x="690978" y="446049"/>
                  </a:cubicBezTo>
                  <a:cubicBezTo>
                    <a:pt x="648497" y="495832"/>
                    <a:pt x="578138" y="522382"/>
                    <a:pt x="487202" y="522382"/>
                  </a:cubicBezTo>
                  <a:lnTo>
                    <a:pt x="299357" y="522382"/>
                  </a:lnTo>
                  <a:lnTo>
                    <a:pt x="299357" y="484548"/>
                  </a:lnTo>
                  <a:lnTo>
                    <a:pt x="487202" y="484548"/>
                  </a:lnTo>
                  <a:cubicBezTo>
                    <a:pt x="567518" y="484548"/>
                    <a:pt x="625929" y="463307"/>
                    <a:pt x="661772" y="421490"/>
                  </a:cubicBezTo>
                  <a:cubicBezTo>
                    <a:pt x="694961" y="382328"/>
                    <a:pt x="706909" y="326572"/>
                    <a:pt x="695624" y="258868"/>
                  </a:cubicBezTo>
                  <a:cubicBezTo>
                    <a:pt x="681022" y="157976"/>
                    <a:pt x="612654" y="37835"/>
                    <a:pt x="366397" y="37835"/>
                  </a:cubicBezTo>
                  <a:cubicBezTo>
                    <a:pt x="186518" y="37835"/>
                    <a:pt x="66376" y="128770"/>
                    <a:pt x="44472" y="280772"/>
                  </a:cubicBezTo>
                  <a:cubicBezTo>
                    <a:pt x="38498" y="325908"/>
                    <a:pt x="37171" y="374363"/>
                    <a:pt x="37171" y="432774"/>
                  </a:cubicBezTo>
                  <a:cubicBezTo>
                    <a:pt x="37171" y="491849"/>
                    <a:pt x="38498" y="540304"/>
                    <a:pt x="44472" y="584776"/>
                  </a:cubicBezTo>
                  <a:cubicBezTo>
                    <a:pt x="65712" y="736778"/>
                    <a:pt x="186518" y="827714"/>
                    <a:pt x="366397" y="827714"/>
                  </a:cubicBezTo>
                  <a:cubicBezTo>
                    <a:pt x="454678" y="827714"/>
                    <a:pt x="529020" y="817093"/>
                    <a:pt x="609335" y="794526"/>
                  </a:cubicBezTo>
                  <a:lnTo>
                    <a:pt x="619955" y="831033"/>
                  </a:lnTo>
                  <a:cubicBezTo>
                    <a:pt x="536984" y="854928"/>
                    <a:pt x="458661" y="865548"/>
                    <a:pt x="367061" y="865548"/>
                  </a:cubicBezTo>
                  <a:close/>
                  <a:moveTo>
                    <a:pt x="367061" y="724166"/>
                  </a:moveTo>
                  <a:cubicBezTo>
                    <a:pt x="204439" y="724166"/>
                    <a:pt x="157975" y="634558"/>
                    <a:pt x="147355" y="558889"/>
                  </a:cubicBezTo>
                  <a:cubicBezTo>
                    <a:pt x="140718" y="516408"/>
                    <a:pt x="140718" y="477246"/>
                    <a:pt x="140718" y="432110"/>
                  </a:cubicBezTo>
                  <a:cubicBezTo>
                    <a:pt x="140718" y="386974"/>
                    <a:pt x="140718" y="347812"/>
                    <a:pt x="147355" y="305331"/>
                  </a:cubicBezTo>
                  <a:cubicBezTo>
                    <a:pt x="157975" y="230326"/>
                    <a:pt x="204439" y="140718"/>
                    <a:pt x="367061" y="140718"/>
                  </a:cubicBezTo>
                  <a:cubicBezTo>
                    <a:pt x="451360" y="136735"/>
                    <a:pt x="513753" y="153330"/>
                    <a:pt x="552915" y="189836"/>
                  </a:cubicBezTo>
                  <a:cubicBezTo>
                    <a:pt x="589422" y="223689"/>
                    <a:pt x="591414" y="262850"/>
                    <a:pt x="591414" y="264842"/>
                  </a:cubicBezTo>
                  <a:cubicBezTo>
                    <a:pt x="593404" y="290729"/>
                    <a:pt x="594069" y="329891"/>
                    <a:pt x="570173" y="355777"/>
                  </a:cubicBezTo>
                  <a:cubicBezTo>
                    <a:pt x="554907" y="372371"/>
                    <a:pt x="532338" y="381001"/>
                    <a:pt x="503796" y="381001"/>
                  </a:cubicBezTo>
                  <a:lnTo>
                    <a:pt x="299357" y="381001"/>
                  </a:lnTo>
                  <a:lnTo>
                    <a:pt x="299357" y="343166"/>
                  </a:lnTo>
                  <a:lnTo>
                    <a:pt x="503796" y="343166"/>
                  </a:lnTo>
                  <a:cubicBezTo>
                    <a:pt x="521718" y="343166"/>
                    <a:pt x="534330" y="339183"/>
                    <a:pt x="542295" y="330554"/>
                  </a:cubicBezTo>
                  <a:cubicBezTo>
                    <a:pt x="555570" y="315952"/>
                    <a:pt x="554907" y="287410"/>
                    <a:pt x="553579" y="267497"/>
                  </a:cubicBezTo>
                  <a:cubicBezTo>
                    <a:pt x="553579" y="262850"/>
                    <a:pt x="546277" y="171251"/>
                    <a:pt x="367725" y="179216"/>
                  </a:cubicBezTo>
                  <a:cubicBezTo>
                    <a:pt x="256876" y="179216"/>
                    <a:pt x="197138" y="222361"/>
                    <a:pt x="184526" y="311969"/>
                  </a:cubicBezTo>
                  <a:cubicBezTo>
                    <a:pt x="178552" y="352459"/>
                    <a:pt x="178552" y="389630"/>
                    <a:pt x="178552" y="433438"/>
                  </a:cubicBezTo>
                  <a:cubicBezTo>
                    <a:pt x="178552" y="477246"/>
                    <a:pt x="178552" y="515081"/>
                    <a:pt x="184526" y="554907"/>
                  </a:cubicBezTo>
                  <a:cubicBezTo>
                    <a:pt x="197138" y="644515"/>
                    <a:pt x="256876" y="687659"/>
                    <a:pt x="366397" y="687659"/>
                  </a:cubicBezTo>
                  <a:cubicBezTo>
                    <a:pt x="442730" y="687659"/>
                    <a:pt x="501142" y="678367"/>
                    <a:pt x="568182" y="655799"/>
                  </a:cubicBezTo>
                  <a:lnTo>
                    <a:pt x="580129" y="691642"/>
                  </a:lnTo>
                  <a:cubicBezTo>
                    <a:pt x="509770" y="714874"/>
                    <a:pt x="448041" y="724166"/>
                    <a:pt x="367061" y="724166"/>
                  </a:cubicBezTo>
                  <a:close/>
                </a:path>
              </a:pathLst>
            </a:custGeom>
            <a:solidFill>
              <a:srgbClr val="FFFFFF"/>
            </a:solidFill>
            <a:ln w="6635"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88F9597A-DD79-4513-A4A5-E0444A2CDBF0}"/>
                </a:ext>
              </a:extLst>
            </p:cNvPr>
            <p:cNvSpPr/>
            <p:nvPr/>
          </p:nvSpPr>
          <p:spPr>
            <a:xfrm>
              <a:off x="5790261" y="3008302"/>
              <a:ext cx="737859" cy="866212"/>
            </a:xfrm>
            <a:custGeom>
              <a:avLst/>
              <a:gdLst>
                <a:gd name="connsiteX0" fmla="*/ 370797 w 737859"/>
                <a:gd name="connsiteY0" fmla="*/ 866212 h 866212"/>
                <a:gd name="connsiteX1" fmla="*/ 4400 w 737859"/>
                <a:gd name="connsiteY1" fmla="*/ 612654 h 866212"/>
                <a:gd name="connsiteX2" fmla="*/ 46881 w 737859"/>
                <a:gd name="connsiteY2" fmla="*/ 420163 h 866212"/>
                <a:gd name="connsiteX3" fmla="*/ 250656 w 737859"/>
                <a:gd name="connsiteY3" fmla="*/ 343830 h 866212"/>
                <a:gd name="connsiteX4" fmla="*/ 438501 w 737859"/>
                <a:gd name="connsiteY4" fmla="*/ 343830 h 866212"/>
                <a:gd name="connsiteX5" fmla="*/ 438501 w 737859"/>
                <a:gd name="connsiteY5" fmla="*/ 381664 h 866212"/>
                <a:gd name="connsiteX6" fmla="*/ 250656 w 737859"/>
                <a:gd name="connsiteY6" fmla="*/ 381664 h 866212"/>
                <a:gd name="connsiteX7" fmla="*/ 76086 w 737859"/>
                <a:gd name="connsiteY7" fmla="*/ 444722 h 866212"/>
                <a:gd name="connsiteX8" fmla="*/ 42234 w 737859"/>
                <a:gd name="connsiteY8" fmla="*/ 607344 h 866212"/>
                <a:gd name="connsiteX9" fmla="*/ 371461 w 737859"/>
                <a:gd name="connsiteY9" fmla="*/ 828378 h 866212"/>
                <a:gd name="connsiteX10" fmla="*/ 693387 w 737859"/>
                <a:gd name="connsiteY10" fmla="*/ 585440 h 866212"/>
                <a:gd name="connsiteX11" fmla="*/ 700688 w 737859"/>
                <a:gd name="connsiteY11" fmla="*/ 433438 h 866212"/>
                <a:gd name="connsiteX12" fmla="*/ 693387 w 737859"/>
                <a:gd name="connsiteY12" fmla="*/ 281436 h 866212"/>
                <a:gd name="connsiteX13" fmla="*/ 371461 w 737859"/>
                <a:gd name="connsiteY13" fmla="*/ 38498 h 866212"/>
                <a:gd name="connsiteX14" fmla="*/ 128524 w 737859"/>
                <a:gd name="connsiteY14" fmla="*/ 71687 h 866212"/>
                <a:gd name="connsiteX15" fmla="*/ 117903 w 737859"/>
                <a:gd name="connsiteY15" fmla="*/ 35180 h 866212"/>
                <a:gd name="connsiteX16" fmla="*/ 370797 w 737859"/>
                <a:gd name="connsiteY16" fmla="*/ 0 h 866212"/>
                <a:gd name="connsiteX17" fmla="*/ 729894 w 737859"/>
                <a:gd name="connsiteY17" fmla="*/ 275462 h 866212"/>
                <a:gd name="connsiteX18" fmla="*/ 737859 w 737859"/>
                <a:gd name="connsiteY18" fmla="*/ 432774 h 866212"/>
                <a:gd name="connsiteX19" fmla="*/ 729894 w 737859"/>
                <a:gd name="connsiteY19" fmla="*/ 590086 h 866212"/>
                <a:gd name="connsiteX20" fmla="*/ 370797 w 737859"/>
                <a:gd name="connsiteY20" fmla="*/ 866212 h 866212"/>
                <a:gd name="connsiteX21" fmla="*/ 348230 w 737859"/>
                <a:gd name="connsiteY21" fmla="*/ 725494 h 866212"/>
                <a:gd name="connsiteX22" fmla="*/ 184944 w 737859"/>
                <a:gd name="connsiteY22" fmla="*/ 675712 h 866212"/>
                <a:gd name="connsiteX23" fmla="*/ 146445 w 737859"/>
                <a:gd name="connsiteY23" fmla="*/ 600707 h 866212"/>
                <a:gd name="connsiteX24" fmla="*/ 167022 w 737859"/>
                <a:gd name="connsiteY24" fmla="*/ 509771 h 866212"/>
                <a:gd name="connsiteX25" fmla="*/ 233399 w 737859"/>
                <a:gd name="connsiteY25" fmla="*/ 484548 h 866212"/>
                <a:gd name="connsiteX26" fmla="*/ 437838 w 737859"/>
                <a:gd name="connsiteY26" fmla="*/ 484548 h 866212"/>
                <a:gd name="connsiteX27" fmla="*/ 437838 w 737859"/>
                <a:gd name="connsiteY27" fmla="*/ 522382 h 866212"/>
                <a:gd name="connsiteX28" fmla="*/ 233399 w 737859"/>
                <a:gd name="connsiteY28" fmla="*/ 522382 h 866212"/>
                <a:gd name="connsiteX29" fmla="*/ 194900 w 737859"/>
                <a:gd name="connsiteY29" fmla="*/ 534994 h 866212"/>
                <a:gd name="connsiteX30" fmla="*/ 183616 w 737859"/>
                <a:gd name="connsiteY30" fmla="*/ 598051 h 866212"/>
                <a:gd name="connsiteX31" fmla="*/ 369470 w 737859"/>
                <a:gd name="connsiteY31" fmla="*/ 686332 h 866212"/>
                <a:gd name="connsiteX32" fmla="*/ 552669 w 737859"/>
                <a:gd name="connsiteY32" fmla="*/ 553579 h 866212"/>
                <a:gd name="connsiteX33" fmla="*/ 558643 w 737859"/>
                <a:gd name="connsiteY33" fmla="*/ 432110 h 866212"/>
                <a:gd name="connsiteX34" fmla="*/ 552669 w 737859"/>
                <a:gd name="connsiteY34" fmla="*/ 310642 h 866212"/>
                <a:gd name="connsiteX35" fmla="*/ 370797 w 737859"/>
                <a:gd name="connsiteY35" fmla="*/ 177889 h 866212"/>
                <a:gd name="connsiteX36" fmla="*/ 169013 w 737859"/>
                <a:gd name="connsiteY36" fmla="*/ 209749 h 866212"/>
                <a:gd name="connsiteX37" fmla="*/ 157066 w 737859"/>
                <a:gd name="connsiteY37" fmla="*/ 173906 h 866212"/>
                <a:gd name="connsiteX38" fmla="*/ 370797 w 737859"/>
                <a:gd name="connsiteY38" fmla="*/ 140054 h 866212"/>
                <a:gd name="connsiteX39" fmla="*/ 590504 w 737859"/>
                <a:gd name="connsiteY39" fmla="*/ 305332 h 866212"/>
                <a:gd name="connsiteX40" fmla="*/ 597141 w 737859"/>
                <a:gd name="connsiteY40" fmla="*/ 432110 h 866212"/>
                <a:gd name="connsiteX41" fmla="*/ 590504 w 737859"/>
                <a:gd name="connsiteY41" fmla="*/ 558889 h 866212"/>
                <a:gd name="connsiteX42" fmla="*/ 370797 w 737859"/>
                <a:gd name="connsiteY42" fmla="*/ 723503 h 866212"/>
                <a:gd name="connsiteX43" fmla="*/ 348230 w 737859"/>
                <a:gd name="connsiteY43" fmla="*/ 725494 h 86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37859" h="866212">
                  <a:moveTo>
                    <a:pt x="370797" y="866212"/>
                  </a:moveTo>
                  <a:cubicBezTo>
                    <a:pt x="157729" y="866212"/>
                    <a:pt x="27632" y="775940"/>
                    <a:pt x="4400" y="612654"/>
                  </a:cubicBezTo>
                  <a:cubicBezTo>
                    <a:pt x="-8212" y="534330"/>
                    <a:pt x="6391" y="467290"/>
                    <a:pt x="46881" y="420163"/>
                  </a:cubicBezTo>
                  <a:cubicBezTo>
                    <a:pt x="89362" y="370380"/>
                    <a:pt x="159721" y="343830"/>
                    <a:pt x="250656" y="343830"/>
                  </a:cubicBezTo>
                  <a:lnTo>
                    <a:pt x="438501" y="343830"/>
                  </a:lnTo>
                  <a:lnTo>
                    <a:pt x="438501" y="381664"/>
                  </a:lnTo>
                  <a:lnTo>
                    <a:pt x="250656" y="381664"/>
                  </a:lnTo>
                  <a:cubicBezTo>
                    <a:pt x="170341" y="381664"/>
                    <a:pt x="111929" y="402905"/>
                    <a:pt x="76086" y="444722"/>
                  </a:cubicBezTo>
                  <a:cubicBezTo>
                    <a:pt x="42898" y="483884"/>
                    <a:pt x="30951" y="539640"/>
                    <a:pt x="42234" y="607344"/>
                  </a:cubicBezTo>
                  <a:cubicBezTo>
                    <a:pt x="56837" y="708236"/>
                    <a:pt x="125205" y="828378"/>
                    <a:pt x="371461" y="828378"/>
                  </a:cubicBezTo>
                  <a:cubicBezTo>
                    <a:pt x="551341" y="828378"/>
                    <a:pt x="671483" y="737442"/>
                    <a:pt x="693387" y="585440"/>
                  </a:cubicBezTo>
                  <a:cubicBezTo>
                    <a:pt x="699361" y="540304"/>
                    <a:pt x="700688" y="491849"/>
                    <a:pt x="700688" y="433438"/>
                  </a:cubicBezTo>
                  <a:cubicBezTo>
                    <a:pt x="700688" y="374363"/>
                    <a:pt x="699361" y="325908"/>
                    <a:pt x="693387" y="281436"/>
                  </a:cubicBezTo>
                  <a:cubicBezTo>
                    <a:pt x="672146" y="129434"/>
                    <a:pt x="551341" y="38498"/>
                    <a:pt x="371461" y="38498"/>
                  </a:cubicBezTo>
                  <a:cubicBezTo>
                    <a:pt x="283181" y="38498"/>
                    <a:pt x="208839" y="49118"/>
                    <a:pt x="128524" y="71687"/>
                  </a:cubicBezTo>
                  <a:lnTo>
                    <a:pt x="117903" y="35180"/>
                  </a:lnTo>
                  <a:cubicBezTo>
                    <a:pt x="201538" y="11284"/>
                    <a:pt x="279198" y="0"/>
                    <a:pt x="370797" y="0"/>
                  </a:cubicBezTo>
                  <a:cubicBezTo>
                    <a:pt x="571254" y="0"/>
                    <a:pt x="705335" y="102883"/>
                    <a:pt x="729894" y="275462"/>
                  </a:cubicBezTo>
                  <a:cubicBezTo>
                    <a:pt x="736532" y="322589"/>
                    <a:pt x="737859" y="372372"/>
                    <a:pt x="737859" y="432774"/>
                  </a:cubicBezTo>
                  <a:cubicBezTo>
                    <a:pt x="737859" y="493177"/>
                    <a:pt x="736532" y="542959"/>
                    <a:pt x="729894" y="590086"/>
                  </a:cubicBezTo>
                  <a:cubicBezTo>
                    <a:pt x="705998" y="763329"/>
                    <a:pt x="571254" y="866212"/>
                    <a:pt x="370797" y="866212"/>
                  </a:cubicBezTo>
                  <a:close/>
                  <a:moveTo>
                    <a:pt x="348230" y="725494"/>
                  </a:moveTo>
                  <a:cubicBezTo>
                    <a:pt x="275879" y="725494"/>
                    <a:pt x="220787" y="708900"/>
                    <a:pt x="184944" y="675712"/>
                  </a:cubicBezTo>
                  <a:cubicBezTo>
                    <a:pt x="148436" y="641860"/>
                    <a:pt x="146445" y="602698"/>
                    <a:pt x="146445" y="600707"/>
                  </a:cubicBezTo>
                  <a:cubicBezTo>
                    <a:pt x="143790" y="574820"/>
                    <a:pt x="143790" y="535657"/>
                    <a:pt x="167022" y="509771"/>
                  </a:cubicBezTo>
                  <a:cubicBezTo>
                    <a:pt x="182289" y="493177"/>
                    <a:pt x="204856" y="484548"/>
                    <a:pt x="233399" y="484548"/>
                  </a:cubicBezTo>
                  <a:lnTo>
                    <a:pt x="437838" y="484548"/>
                  </a:lnTo>
                  <a:lnTo>
                    <a:pt x="437838" y="522382"/>
                  </a:lnTo>
                  <a:lnTo>
                    <a:pt x="233399" y="522382"/>
                  </a:lnTo>
                  <a:cubicBezTo>
                    <a:pt x="215477" y="522382"/>
                    <a:pt x="202865" y="526365"/>
                    <a:pt x="194900" y="534994"/>
                  </a:cubicBezTo>
                  <a:cubicBezTo>
                    <a:pt x="181625" y="549597"/>
                    <a:pt x="182289" y="578138"/>
                    <a:pt x="183616" y="598051"/>
                  </a:cubicBezTo>
                  <a:cubicBezTo>
                    <a:pt x="183616" y="602698"/>
                    <a:pt x="190918" y="694297"/>
                    <a:pt x="369470" y="686332"/>
                  </a:cubicBezTo>
                  <a:cubicBezTo>
                    <a:pt x="480319" y="686332"/>
                    <a:pt x="540057" y="643187"/>
                    <a:pt x="552669" y="553579"/>
                  </a:cubicBezTo>
                  <a:cubicBezTo>
                    <a:pt x="558643" y="513090"/>
                    <a:pt x="558643" y="475919"/>
                    <a:pt x="558643" y="432110"/>
                  </a:cubicBezTo>
                  <a:cubicBezTo>
                    <a:pt x="558643" y="388302"/>
                    <a:pt x="558643" y="350468"/>
                    <a:pt x="552669" y="310642"/>
                  </a:cubicBezTo>
                  <a:cubicBezTo>
                    <a:pt x="540057" y="221034"/>
                    <a:pt x="480319" y="177889"/>
                    <a:pt x="370797" y="177889"/>
                  </a:cubicBezTo>
                  <a:cubicBezTo>
                    <a:pt x="294465" y="177889"/>
                    <a:pt x="236053" y="187181"/>
                    <a:pt x="169013" y="209749"/>
                  </a:cubicBezTo>
                  <a:lnTo>
                    <a:pt x="157066" y="173906"/>
                  </a:lnTo>
                  <a:cubicBezTo>
                    <a:pt x="228088" y="150011"/>
                    <a:pt x="290482" y="140054"/>
                    <a:pt x="370797" y="140054"/>
                  </a:cubicBezTo>
                  <a:cubicBezTo>
                    <a:pt x="533420" y="140054"/>
                    <a:pt x="579883" y="229662"/>
                    <a:pt x="590504" y="305332"/>
                  </a:cubicBezTo>
                  <a:cubicBezTo>
                    <a:pt x="597141" y="347812"/>
                    <a:pt x="597141" y="386975"/>
                    <a:pt x="597141" y="432110"/>
                  </a:cubicBezTo>
                  <a:cubicBezTo>
                    <a:pt x="597141" y="477246"/>
                    <a:pt x="597141" y="516409"/>
                    <a:pt x="590504" y="558889"/>
                  </a:cubicBezTo>
                  <a:cubicBezTo>
                    <a:pt x="579883" y="633895"/>
                    <a:pt x="533420" y="723503"/>
                    <a:pt x="370797" y="723503"/>
                  </a:cubicBezTo>
                  <a:cubicBezTo>
                    <a:pt x="363496" y="725494"/>
                    <a:pt x="355531" y="725494"/>
                    <a:pt x="348230" y="725494"/>
                  </a:cubicBezTo>
                  <a:close/>
                </a:path>
              </a:pathLst>
            </a:custGeom>
            <a:solidFill>
              <a:srgbClr val="FFFFFF"/>
            </a:solidFill>
            <a:ln w="6635" cap="flat">
              <a:noFill/>
              <a:prstDash val="solid"/>
              <a:miter/>
            </a:ln>
          </p:spPr>
          <p:txBody>
            <a:bodyPr rtlCol="0" anchor="ctr"/>
            <a:lstStyle/>
            <a:p>
              <a:endParaRPr lang="nl-NL"/>
            </a:p>
          </p:txBody>
        </p:sp>
        <p:sp>
          <p:nvSpPr>
            <p:cNvPr id="18" name="Vrije vorm: vorm 17">
              <a:extLst>
                <a:ext uri="{FF2B5EF4-FFF2-40B4-BE49-F238E27FC236}">
                  <a16:creationId xmlns:a16="http://schemas.microsoft.com/office/drawing/2014/main" id="{8C517F1A-C390-4048-A2F7-90BADC6287E9}"/>
                </a:ext>
              </a:extLst>
            </p:cNvPr>
            <p:cNvSpPr/>
            <p:nvPr/>
          </p:nvSpPr>
          <p:spPr>
            <a:xfrm>
              <a:off x="-244928" y="3240619"/>
              <a:ext cx="2324501" cy="37834"/>
            </a:xfrm>
            <a:custGeom>
              <a:avLst/>
              <a:gdLst>
                <a:gd name="connsiteX0" fmla="*/ 0 w 2324501"/>
                <a:gd name="connsiteY0" fmla="*/ 0 h 37834"/>
                <a:gd name="connsiteX1" fmla="*/ 2324502 w 2324501"/>
                <a:gd name="connsiteY1" fmla="*/ 0 h 37834"/>
                <a:gd name="connsiteX2" fmla="*/ 2324502 w 2324501"/>
                <a:gd name="connsiteY2" fmla="*/ 37834 h 37834"/>
                <a:gd name="connsiteX3" fmla="*/ 0 w 2324501"/>
                <a:gd name="connsiteY3" fmla="*/ 37834 h 37834"/>
              </a:gdLst>
              <a:ahLst/>
              <a:cxnLst>
                <a:cxn ang="0">
                  <a:pos x="connsiteX0" y="connsiteY0"/>
                </a:cxn>
                <a:cxn ang="0">
                  <a:pos x="connsiteX1" y="connsiteY1"/>
                </a:cxn>
                <a:cxn ang="0">
                  <a:pos x="connsiteX2" y="connsiteY2"/>
                </a:cxn>
                <a:cxn ang="0">
                  <a:pos x="connsiteX3" y="connsiteY3"/>
                </a:cxn>
              </a:cxnLst>
              <a:rect l="l" t="t" r="r" b="b"/>
              <a:pathLst>
                <a:path w="2324501" h="37834">
                  <a:moveTo>
                    <a:pt x="0" y="0"/>
                  </a:moveTo>
                  <a:lnTo>
                    <a:pt x="2324502" y="0"/>
                  </a:lnTo>
                  <a:lnTo>
                    <a:pt x="2324502" y="37834"/>
                  </a:lnTo>
                  <a:lnTo>
                    <a:pt x="0" y="37834"/>
                  </a:lnTo>
                </a:path>
              </a:pathLst>
            </a:custGeom>
            <a:solidFill>
              <a:srgbClr val="FFFFFF"/>
            </a:solidFill>
            <a:ln w="6635"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ECAE7855-4660-4B96-A187-F6BCFDA001D5}"/>
                </a:ext>
              </a:extLst>
            </p:cNvPr>
            <p:cNvSpPr/>
            <p:nvPr/>
          </p:nvSpPr>
          <p:spPr>
            <a:xfrm>
              <a:off x="-244928" y="3382001"/>
              <a:ext cx="2324501" cy="37834"/>
            </a:xfrm>
            <a:custGeom>
              <a:avLst/>
              <a:gdLst>
                <a:gd name="connsiteX0" fmla="*/ 0 w 2324501"/>
                <a:gd name="connsiteY0" fmla="*/ 0 h 37834"/>
                <a:gd name="connsiteX1" fmla="*/ 2324502 w 2324501"/>
                <a:gd name="connsiteY1" fmla="*/ 0 h 37834"/>
                <a:gd name="connsiteX2" fmla="*/ 2324502 w 2324501"/>
                <a:gd name="connsiteY2" fmla="*/ 37835 h 37834"/>
                <a:gd name="connsiteX3" fmla="*/ 0 w 2324501"/>
                <a:gd name="connsiteY3" fmla="*/ 37835 h 37834"/>
              </a:gdLst>
              <a:ahLst/>
              <a:cxnLst>
                <a:cxn ang="0">
                  <a:pos x="connsiteX0" y="connsiteY0"/>
                </a:cxn>
                <a:cxn ang="0">
                  <a:pos x="connsiteX1" y="connsiteY1"/>
                </a:cxn>
                <a:cxn ang="0">
                  <a:pos x="connsiteX2" y="connsiteY2"/>
                </a:cxn>
                <a:cxn ang="0">
                  <a:pos x="connsiteX3" y="connsiteY3"/>
                </a:cxn>
              </a:cxnLst>
              <a:rect l="l" t="t" r="r" b="b"/>
              <a:pathLst>
                <a:path w="2324501" h="37834">
                  <a:moveTo>
                    <a:pt x="0" y="0"/>
                  </a:moveTo>
                  <a:lnTo>
                    <a:pt x="2324502" y="0"/>
                  </a:lnTo>
                  <a:lnTo>
                    <a:pt x="2324502" y="37835"/>
                  </a:lnTo>
                  <a:lnTo>
                    <a:pt x="0" y="37835"/>
                  </a:lnTo>
                </a:path>
              </a:pathLst>
            </a:custGeom>
            <a:solidFill>
              <a:srgbClr val="FFFFFF"/>
            </a:solidFill>
            <a:ln w="6635" cap="flat">
              <a:noFill/>
              <a:prstDash val="solid"/>
              <a:miter/>
            </a:ln>
          </p:spPr>
          <p:txBody>
            <a:bodyPr rtlCol="0" anchor="ctr"/>
            <a:lstStyle/>
            <a:p>
              <a:endParaRPr lang="nl-NL"/>
            </a:p>
          </p:txBody>
        </p:sp>
        <p:grpSp>
          <p:nvGrpSpPr>
            <p:cNvPr id="20" name="Graphic 6">
              <a:extLst>
                <a:ext uri="{FF2B5EF4-FFF2-40B4-BE49-F238E27FC236}">
                  <a16:creationId xmlns:a16="http://schemas.microsoft.com/office/drawing/2014/main" id="{0174F7AE-5745-4EEE-B149-5E62DDDE676A}"/>
                </a:ext>
              </a:extLst>
            </p:cNvPr>
            <p:cNvGrpSpPr/>
            <p:nvPr/>
          </p:nvGrpSpPr>
          <p:grpSpPr>
            <a:xfrm>
              <a:off x="9594046" y="-213608"/>
              <a:ext cx="2670985" cy="4088122"/>
              <a:chOff x="9594046" y="-213608"/>
              <a:chExt cx="2670985" cy="4088122"/>
            </a:xfrm>
            <a:solidFill>
              <a:srgbClr val="FFFFFF"/>
            </a:solidFill>
          </p:grpSpPr>
          <p:sp>
            <p:nvSpPr>
              <p:cNvPr id="21" name="Vrije vorm: vorm 20">
                <a:extLst>
                  <a:ext uri="{FF2B5EF4-FFF2-40B4-BE49-F238E27FC236}">
                    <a16:creationId xmlns:a16="http://schemas.microsoft.com/office/drawing/2014/main" id="{DCC43CA8-5D7D-47AB-92F0-2C5272B56AD0}"/>
                  </a:ext>
                </a:extLst>
              </p:cNvPr>
              <p:cNvSpPr/>
              <p:nvPr/>
            </p:nvSpPr>
            <p:spPr>
              <a:xfrm>
                <a:off x="9735427" y="-213608"/>
                <a:ext cx="2529604" cy="3946740"/>
              </a:xfrm>
              <a:custGeom>
                <a:avLst/>
                <a:gdLst>
                  <a:gd name="connsiteX0" fmla="*/ 225680 w 2529604"/>
                  <a:gd name="connsiteY0" fmla="*/ 3908906 h 3946740"/>
                  <a:gd name="connsiteX1" fmla="*/ 43808 w 2529604"/>
                  <a:gd name="connsiteY1" fmla="*/ 3776153 h 3946740"/>
                  <a:gd name="connsiteX2" fmla="*/ 37835 w 2529604"/>
                  <a:gd name="connsiteY2" fmla="*/ 3647383 h 3946740"/>
                  <a:gd name="connsiteX3" fmla="*/ 37835 w 2529604"/>
                  <a:gd name="connsiteY3" fmla="*/ 0 h 3946740"/>
                  <a:gd name="connsiteX4" fmla="*/ 0 w 2529604"/>
                  <a:gd name="connsiteY4" fmla="*/ 0 h 3946740"/>
                  <a:gd name="connsiteX5" fmla="*/ 0 w 2529604"/>
                  <a:gd name="connsiteY5" fmla="*/ 3647383 h 3946740"/>
                  <a:gd name="connsiteX6" fmla="*/ 6638 w 2529604"/>
                  <a:gd name="connsiteY6" fmla="*/ 3781464 h 3946740"/>
                  <a:gd name="connsiteX7" fmla="*/ 226343 w 2529604"/>
                  <a:gd name="connsiteY7" fmla="*/ 3946741 h 3946740"/>
                  <a:gd name="connsiteX8" fmla="*/ 226343 w 2529604"/>
                  <a:gd name="connsiteY8" fmla="*/ 3946741 h 3946740"/>
                  <a:gd name="connsiteX9" fmla="*/ 2529605 w 2529604"/>
                  <a:gd name="connsiteY9" fmla="*/ 3946741 h 3946740"/>
                  <a:gd name="connsiteX10" fmla="*/ 2529605 w 2529604"/>
                  <a:gd name="connsiteY10" fmla="*/ 3908906 h 3946740"/>
                  <a:gd name="connsiteX11" fmla="*/ 225680 w 2529604"/>
                  <a:gd name="connsiteY11" fmla="*/ 3908906 h 3946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604" h="3946740">
                    <a:moveTo>
                      <a:pt x="225680" y="3908906"/>
                    </a:moveTo>
                    <a:cubicBezTo>
                      <a:pt x="115495" y="3908906"/>
                      <a:pt x="55756" y="3865762"/>
                      <a:pt x="43808" y="3776153"/>
                    </a:cubicBezTo>
                    <a:cubicBezTo>
                      <a:pt x="37835" y="3736328"/>
                      <a:pt x="37835" y="3691191"/>
                      <a:pt x="37835" y="3647383"/>
                    </a:cubicBezTo>
                    <a:lnTo>
                      <a:pt x="37835" y="0"/>
                    </a:lnTo>
                    <a:lnTo>
                      <a:pt x="0" y="0"/>
                    </a:lnTo>
                    <a:lnTo>
                      <a:pt x="0" y="3647383"/>
                    </a:lnTo>
                    <a:cubicBezTo>
                      <a:pt x="0" y="3692519"/>
                      <a:pt x="0" y="3738982"/>
                      <a:pt x="6638" y="3781464"/>
                    </a:cubicBezTo>
                    <a:cubicBezTo>
                      <a:pt x="17258" y="3856469"/>
                      <a:pt x="63721" y="3946741"/>
                      <a:pt x="226343" y="3946741"/>
                    </a:cubicBezTo>
                    <a:lnTo>
                      <a:pt x="226343" y="3946741"/>
                    </a:lnTo>
                    <a:lnTo>
                      <a:pt x="2529605" y="3946741"/>
                    </a:lnTo>
                    <a:lnTo>
                      <a:pt x="2529605" y="3908906"/>
                    </a:lnTo>
                    <a:lnTo>
                      <a:pt x="225680" y="3908906"/>
                    </a:lnTo>
                    <a:close/>
                  </a:path>
                </a:pathLst>
              </a:custGeom>
              <a:solidFill>
                <a:srgbClr val="FFFFFF"/>
              </a:solidFill>
              <a:ln w="6635" cap="flat">
                <a:noFill/>
                <a:prstDash val="solid"/>
                <a:miter/>
              </a:ln>
            </p:spPr>
            <p:txBody>
              <a:bodyPr rtlCol="0" anchor="ctr"/>
              <a:lstStyle/>
              <a:p>
                <a:endParaRPr lang="nl-NL"/>
              </a:p>
            </p:txBody>
          </p:sp>
          <p:sp>
            <p:nvSpPr>
              <p:cNvPr id="22" name="Vrije vorm: vorm 21">
                <a:extLst>
                  <a:ext uri="{FF2B5EF4-FFF2-40B4-BE49-F238E27FC236}">
                    <a16:creationId xmlns:a16="http://schemas.microsoft.com/office/drawing/2014/main" id="{687685E8-AFB9-4C04-967C-0900349BDC41}"/>
                  </a:ext>
                </a:extLst>
              </p:cNvPr>
              <p:cNvSpPr/>
              <p:nvPr/>
            </p:nvSpPr>
            <p:spPr>
              <a:xfrm>
                <a:off x="9594046" y="-213608"/>
                <a:ext cx="2670322" cy="4088122"/>
              </a:xfrm>
              <a:custGeom>
                <a:avLst/>
                <a:gdLst>
                  <a:gd name="connsiteX0" fmla="*/ 367061 w 2670322"/>
                  <a:gd name="connsiteY0" fmla="*/ 4050288 h 4088122"/>
                  <a:gd name="connsiteX1" fmla="*/ 45135 w 2670322"/>
                  <a:gd name="connsiteY1" fmla="*/ 3807350 h 4088122"/>
                  <a:gd name="connsiteX2" fmla="*/ 37834 w 2670322"/>
                  <a:gd name="connsiteY2" fmla="*/ 3671942 h 4088122"/>
                  <a:gd name="connsiteX3" fmla="*/ 37834 w 2670322"/>
                  <a:gd name="connsiteY3" fmla="*/ 0 h 4088122"/>
                  <a:gd name="connsiteX4" fmla="*/ 0 w 2670322"/>
                  <a:gd name="connsiteY4" fmla="*/ 0 h 4088122"/>
                  <a:gd name="connsiteX5" fmla="*/ 0 w 2670322"/>
                  <a:gd name="connsiteY5" fmla="*/ 3671942 h 4088122"/>
                  <a:gd name="connsiteX6" fmla="*/ 7965 w 2670322"/>
                  <a:gd name="connsiteY6" fmla="*/ 3812661 h 4088122"/>
                  <a:gd name="connsiteX7" fmla="*/ 367061 w 2670322"/>
                  <a:gd name="connsiteY7" fmla="*/ 4088123 h 4088122"/>
                  <a:gd name="connsiteX8" fmla="*/ 367061 w 2670322"/>
                  <a:gd name="connsiteY8" fmla="*/ 4088123 h 4088122"/>
                  <a:gd name="connsiteX9" fmla="*/ 2670322 w 2670322"/>
                  <a:gd name="connsiteY9" fmla="*/ 4088123 h 4088122"/>
                  <a:gd name="connsiteX10" fmla="*/ 2670322 w 2670322"/>
                  <a:gd name="connsiteY10" fmla="*/ 4050288 h 4088122"/>
                  <a:gd name="connsiteX11" fmla="*/ 367061 w 2670322"/>
                  <a:gd name="connsiteY11" fmla="*/ 4050288 h 4088122"/>
                  <a:gd name="connsiteX12" fmla="*/ 367061 w 2670322"/>
                  <a:gd name="connsiteY12" fmla="*/ 4050288 h 4088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70322" h="4088122">
                    <a:moveTo>
                      <a:pt x="367061" y="4050288"/>
                    </a:moveTo>
                    <a:cubicBezTo>
                      <a:pt x="187181" y="4050288"/>
                      <a:pt x="67040" y="3959352"/>
                      <a:pt x="45135" y="3807350"/>
                    </a:cubicBezTo>
                    <a:cubicBezTo>
                      <a:pt x="38498" y="3760223"/>
                      <a:pt x="37834" y="3702475"/>
                      <a:pt x="37834" y="3671942"/>
                    </a:cubicBezTo>
                    <a:lnTo>
                      <a:pt x="37834" y="0"/>
                    </a:lnTo>
                    <a:lnTo>
                      <a:pt x="0" y="0"/>
                    </a:lnTo>
                    <a:lnTo>
                      <a:pt x="0" y="3671942"/>
                    </a:lnTo>
                    <a:cubicBezTo>
                      <a:pt x="0" y="3703139"/>
                      <a:pt x="1327" y="3762878"/>
                      <a:pt x="7965" y="3812661"/>
                    </a:cubicBezTo>
                    <a:cubicBezTo>
                      <a:pt x="32524" y="3985239"/>
                      <a:pt x="166605" y="4088123"/>
                      <a:pt x="367061" y="4088123"/>
                    </a:cubicBezTo>
                    <a:lnTo>
                      <a:pt x="367061" y="4088123"/>
                    </a:lnTo>
                    <a:lnTo>
                      <a:pt x="2670322" y="4088123"/>
                    </a:lnTo>
                    <a:lnTo>
                      <a:pt x="2670322" y="4050288"/>
                    </a:lnTo>
                    <a:lnTo>
                      <a:pt x="367061" y="4050288"/>
                    </a:lnTo>
                    <a:lnTo>
                      <a:pt x="367061" y="4050288"/>
                    </a:lnTo>
                    <a:close/>
                  </a:path>
                </a:pathLst>
              </a:custGeom>
              <a:solidFill>
                <a:srgbClr val="FFFFFF"/>
              </a:solidFill>
              <a:ln w="6635" cap="flat">
                <a:noFill/>
                <a:prstDash val="solid"/>
                <a:miter/>
              </a:ln>
            </p:spPr>
            <p:txBody>
              <a:bodyPr rtlCol="0" anchor="ctr"/>
              <a:lstStyle/>
              <a:p>
                <a:endParaRPr lang="nl-NL"/>
              </a:p>
            </p:txBody>
          </p:sp>
        </p:grpSp>
      </p:grpSp>
      <p:pic>
        <p:nvPicPr>
          <p:cNvPr id="26" name="Graphic 25">
            <a:extLst>
              <a:ext uri="{FF2B5EF4-FFF2-40B4-BE49-F238E27FC236}">
                <a16:creationId xmlns:a16="http://schemas.microsoft.com/office/drawing/2014/main" id="{04DC0743-9DDC-4086-98F1-CB4BBF4DDC7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057400" y="2755894"/>
            <a:ext cx="7903030" cy="1791619"/>
          </a:xfrm>
          <a:prstGeom prst="rect">
            <a:avLst/>
          </a:prstGeom>
        </p:spPr>
      </p:pic>
    </p:spTree>
    <p:extLst>
      <p:ext uri="{BB962C8B-B14F-4D97-AF65-F5344CB8AC3E}">
        <p14:creationId xmlns:p14="http://schemas.microsoft.com/office/powerpoint/2010/main" val="778737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out)">
                                      <p:cBhvr>
                                        <p:cTn id="7" dur="2000"/>
                                        <p:tgtEl>
                                          <p:spTgt spid="23"/>
                                        </p:tgtEl>
                                      </p:cBhvr>
                                    </p:animEffect>
                                  </p:childTnLst>
                                  <p:subTnLst>
                                    <p:set>
                                      <p:cBhvr override="childStyle">
                                        <p:cTn dur="1" fill="hold" display="0" masterRel="sameClick" afterEffect="1">
                                          <p:stCondLst>
                                            <p:cond evt="end" delay="0">
                                              <p:tn val="5"/>
                                            </p:cond>
                                          </p:stCondLst>
                                        </p:cTn>
                                        <p:tgtEl>
                                          <p:spTgt spid="2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954718ED-E3F0-4F10-B8C8-70CE30ACE101}"/>
              </a:ext>
            </a:extLst>
          </p:cNvPr>
          <p:cNvSpPr>
            <a:spLocks noGrp="1"/>
          </p:cNvSpPr>
          <p:nvPr>
            <p:ph type="title"/>
          </p:nvPr>
        </p:nvSpPr>
        <p:spPr>
          <a:xfrm>
            <a:off x="766762" y="795607"/>
            <a:ext cx="10658475" cy="553998"/>
          </a:xfrm>
          <a:prstGeom prst="rect">
            <a:avLst/>
          </a:prstGeom>
        </p:spPr>
        <p:txBody>
          <a:bodyPr vert="horz" wrap="square" lIns="0" tIns="0" rIns="0" bIns="0" rtlCol="0" anchor="b">
            <a:spAutoFit/>
          </a:bodyPr>
          <a:lstStyle/>
          <a:p>
            <a:r>
              <a:rPr lang="nl-NL" dirty="0"/>
              <a:t>HELE LANGE TITEL OP DEZE PAGINA</a:t>
            </a:r>
          </a:p>
        </p:txBody>
      </p:sp>
      <p:sp>
        <p:nvSpPr>
          <p:cNvPr id="3" name="Tijdelijke aanduiding voor tekst 2">
            <a:extLst>
              <a:ext uri="{FF2B5EF4-FFF2-40B4-BE49-F238E27FC236}">
                <a16:creationId xmlns:a16="http://schemas.microsoft.com/office/drawing/2014/main" id="{AC26F8FA-0D51-4A33-8276-869037FC806F}"/>
              </a:ext>
            </a:extLst>
          </p:cNvPr>
          <p:cNvSpPr>
            <a:spLocks noGrp="1"/>
          </p:cNvSpPr>
          <p:nvPr>
            <p:ph type="body" idx="1"/>
          </p:nvPr>
        </p:nvSpPr>
        <p:spPr>
          <a:xfrm>
            <a:off x="766763" y="1808163"/>
            <a:ext cx="10658475" cy="4105275"/>
          </a:xfrm>
          <a:prstGeom prst="rect">
            <a:avLst/>
          </a:prstGeom>
        </p:spPr>
        <p:txBody>
          <a:bodyPr vert="horz" wrap="square" lIns="0" tIns="0" rIns="0" bIns="0" rtlCol="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a:extLst>
              <a:ext uri="{FF2B5EF4-FFF2-40B4-BE49-F238E27FC236}">
                <a16:creationId xmlns:a16="http://schemas.microsoft.com/office/drawing/2014/main" id="{63C3F7FF-A07B-46E4-9B49-F60926D3F62B}"/>
              </a:ext>
            </a:extLst>
          </p:cNvPr>
          <p:cNvSpPr>
            <a:spLocks noGrp="1"/>
          </p:cNvSpPr>
          <p:nvPr>
            <p:ph type="dt" sz="half" idx="2"/>
          </p:nvPr>
        </p:nvSpPr>
        <p:spPr>
          <a:xfrm>
            <a:off x="9840687" y="6296477"/>
            <a:ext cx="1584549" cy="365125"/>
          </a:xfrm>
          <a:prstGeom prst="rect">
            <a:avLst/>
          </a:prstGeom>
        </p:spPr>
        <p:txBody>
          <a:bodyPr vert="horz" lIns="0" tIns="0" rIns="0" bIns="0" rtlCol="0" anchor="ctr"/>
          <a:lstStyle>
            <a:lvl1pPr algn="l">
              <a:defRPr sz="900">
                <a:solidFill>
                  <a:schemeClr val="tx1"/>
                </a:solidFill>
                <a:latin typeface="Segoe UI Light" panose="020B0502040204020203" pitchFamily="34" charset="0"/>
                <a:cs typeface="Segoe UI Light" panose="020B0502040204020203" pitchFamily="34" charset="0"/>
              </a:defRPr>
            </a:lvl1pPr>
          </a:lstStyle>
          <a:p>
            <a:r>
              <a:rPr lang="nl-NL"/>
              <a:t>d mnd jaar</a:t>
            </a:r>
            <a:endParaRPr lang="nl-NL" dirty="0"/>
          </a:p>
        </p:txBody>
      </p:sp>
      <p:sp>
        <p:nvSpPr>
          <p:cNvPr id="5" name="Tijdelijke aanduiding voor voettekst 4">
            <a:extLst>
              <a:ext uri="{FF2B5EF4-FFF2-40B4-BE49-F238E27FC236}">
                <a16:creationId xmlns:a16="http://schemas.microsoft.com/office/drawing/2014/main" id="{747E97D0-4EAA-4B55-9410-C69EFF2C6FDE}"/>
              </a:ext>
            </a:extLst>
          </p:cNvPr>
          <p:cNvSpPr>
            <a:spLocks noGrp="1"/>
          </p:cNvSpPr>
          <p:nvPr>
            <p:ph type="ftr" sz="quarter" idx="3"/>
          </p:nvPr>
        </p:nvSpPr>
        <p:spPr>
          <a:xfrm>
            <a:off x="766764" y="6296477"/>
            <a:ext cx="8909080" cy="365125"/>
          </a:xfrm>
          <a:prstGeom prst="rect">
            <a:avLst/>
          </a:prstGeom>
        </p:spPr>
        <p:txBody>
          <a:bodyPr vert="horz" lIns="91440" tIns="45720" rIns="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endParaRPr lang="nl-NL" dirty="0"/>
          </a:p>
        </p:txBody>
      </p:sp>
      <p:sp>
        <p:nvSpPr>
          <p:cNvPr id="6" name="Tijdelijke aanduiding voor dianummer 5">
            <a:extLst>
              <a:ext uri="{FF2B5EF4-FFF2-40B4-BE49-F238E27FC236}">
                <a16:creationId xmlns:a16="http://schemas.microsoft.com/office/drawing/2014/main" id="{5D8A997B-AB06-4709-9341-ECAB0934AB5F}"/>
              </a:ext>
            </a:extLst>
          </p:cNvPr>
          <p:cNvSpPr>
            <a:spLocks noGrp="1"/>
          </p:cNvSpPr>
          <p:nvPr>
            <p:ph type="sldNum" sz="quarter" idx="4"/>
          </p:nvPr>
        </p:nvSpPr>
        <p:spPr>
          <a:xfrm>
            <a:off x="11425238" y="6296477"/>
            <a:ext cx="766761" cy="365125"/>
          </a:xfrm>
          <a:prstGeom prst="rect">
            <a:avLst/>
          </a:prstGeom>
        </p:spPr>
        <p:txBody>
          <a:bodyPr vert="horz" lIns="91440" tIns="45720" rIns="144000" bIns="45720" rtlCol="0" anchor="ctr"/>
          <a:lstStyle>
            <a:lvl1pPr algn="r">
              <a:defRPr sz="900">
                <a:solidFill>
                  <a:schemeClr val="tx1"/>
                </a:solidFill>
                <a:latin typeface="Segoe UI Light" panose="020B0502040204020203" pitchFamily="34" charset="0"/>
                <a:cs typeface="Segoe UI Light" panose="020B0502040204020203" pitchFamily="34" charset="0"/>
              </a:defRPr>
            </a:lvl1pPr>
          </a:lstStyle>
          <a:p>
            <a:fld id="{30EB25C8-E9E3-4D25-B37F-35DF7D8D9C13}" type="slidenum">
              <a:rPr lang="nl-NL" smtClean="0"/>
              <a:pPr/>
              <a:t>‹#›</a:t>
            </a:fld>
            <a:endParaRPr lang="nl-NL" dirty="0"/>
          </a:p>
        </p:txBody>
      </p:sp>
      <p:sp>
        <p:nvSpPr>
          <p:cNvPr id="11" name="Tekstvak 10">
            <a:extLst>
              <a:ext uri="{FF2B5EF4-FFF2-40B4-BE49-F238E27FC236}">
                <a16:creationId xmlns:a16="http://schemas.microsoft.com/office/drawing/2014/main" id="{923D32FD-209E-473D-8057-58C9164B3FC9}"/>
              </a:ext>
            </a:extLst>
          </p:cNvPr>
          <p:cNvSpPr txBox="1"/>
          <p:nvPr userDrawn="1"/>
        </p:nvSpPr>
        <p:spPr>
          <a:xfrm>
            <a:off x="9675845" y="6296477"/>
            <a:ext cx="164842" cy="365125"/>
          </a:xfrm>
          <a:prstGeom prst="rect">
            <a:avLst/>
          </a:prstGeom>
          <a:noFill/>
        </p:spPr>
        <p:txBody>
          <a:bodyPr wrap="square" lIns="0" tIns="0" rIns="0" bIns="0" rtlCol="0" anchor="ctr">
            <a:noAutofit/>
          </a:bodyPr>
          <a:lstStyle/>
          <a:p>
            <a:pPr algn="ctr"/>
            <a:r>
              <a:rPr lang="nl-NL" sz="900" dirty="0">
                <a:solidFill>
                  <a:schemeClr val="tx1"/>
                </a:solidFill>
                <a:latin typeface="Segoe UI Light" panose="020B0502040204020203" pitchFamily="34" charset="0"/>
                <a:cs typeface="Segoe UI Light" panose="020B0502040204020203" pitchFamily="34" charset="0"/>
              </a:rPr>
              <a:t>-</a:t>
            </a:r>
          </a:p>
        </p:txBody>
      </p:sp>
      <p:pic>
        <p:nvPicPr>
          <p:cNvPr id="9" name="Graphic 8">
            <a:extLst>
              <a:ext uri="{FF2B5EF4-FFF2-40B4-BE49-F238E27FC236}">
                <a16:creationId xmlns:a16="http://schemas.microsoft.com/office/drawing/2014/main" id="{3BD69453-11C9-4330-800C-3404CB679109}"/>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487600" y="6328800"/>
            <a:ext cx="320400" cy="320400"/>
          </a:xfrm>
          <a:prstGeom prst="rect">
            <a:avLst/>
          </a:prstGeom>
        </p:spPr>
      </p:pic>
    </p:spTree>
    <p:extLst>
      <p:ext uri="{BB962C8B-B14F-4D97-AF65-F5344CB8AC3E}">
        <p14:creationId xmlns:p14="http://schemas.microsoft.com/office/powerpoint/2010/main" val="2476703950"/>
      </p:ext>
    </p:extLst>
  </p:cSld>
  <p:clrMap bg1="lt1" tx1="dk1" bg2="lt2" tx2="dk2" accent1="accent1" accent2="accent2" accent3="accent3" accent4="accent4" accent5="accent5" accent6="accent6" hlink="hlink" folHlink="folHlink"/>
  <p:sldLayoutIdLst>
    <p:sldLayoutId id="2147483679" r:id="rId1"/>
    <p:sldLayoutId id="2147483650" r:id="rId2"/>
    <p:sldLayoutId id="2147483677" r:id="rId3"/>
    <p:sldLayoutId id="2147483665" r:id="rId4"/>
    <p:sldLayoutId id="2147483663" r:id="rId5"/>
    <p:sldLayoutId id="2147483682" r:id="rId6"/>
    <p:sldLayoutId id="2147483683" r:id="rId7"/>
    <p:sldLayoutId id="2147483660" r:id="rId8"/>
    <p:sldLayoutId id="2147483684" r:id="rId9"/>
    <p:sldLayoutId id="2147483685" r:id="rId10"/>
    <p:sldLayoutId id="2147483680" r:id="rId11"/>
    <p:sldLayoutId id="2147483667" r:id="rId12"/>
    <p:sldLayoutId id="2147483668" r:id="rId13"/>
    <p:sldLayoutId id="2147483669" r:id="rId14"/>
    <p:sldLayoutId id="2147483681" r:id="rId15"/>
    <p:sldLayoutId id="2147483678" r:id="rId16"/>
    <p:sldLayoutId id="2147483670" r:id="rId17"/>
    <p:sldLayoutId id="2147483671" r:id="rId18"/>
    <p:sldLayoutId id="2147483672" r:id="rId19"/>
    <p:sldLayoutId id="2147483673" r:id="rId20"/>
    <p:sldLayoutId id="2147483675" r:id="rId21"/>
    <p:sldLayoutId id="2147483674" r:id="rId22"/>
    <p:sldLayoutId id="2147483651" r:id="rId23"/>
    <p:sldLayoutId id="2147483654" r:id="rId24"/>
    <p:sldLayoutId id="2147483655" r:id="rId25"/>
    <p:sldLayoutId id="2147483676" r:id="rId26"/>
    <p:sldLayoutId id="2147483661" r:id="rId27"/>
    <p:sldLayoutId id="2147483686" r:id="rId28"/>
    <p:sldLayoutId id="2147483687" r:id="rId29"/>
  </p:sldLayoutIdLst>
  <p:hf hdr="0"/>
  <p:txStyles>
    <p:titleStyle>
      <a:lvl1pPr algn="l" defTabSz="914400" rtl="0" eaLnBrk="1" latinLnBrk="0" hangingPunct="1">
        <a:lnSpc>
          <a:spcPct val="100000"/>
        </a:lnSpc>
        <a:spcBef>
          <a:spcPct val="0"/>
        </a:spcBef>
        <a:buNone/>
        <a:defRPr sz="36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85" userDrawn="1">
          <p15:clr>
            <a:srgbClr val="F26B43"/>
          </p15:clr>
        </p15:guide>
        <p15:guide id="2" pos="3840" userDrawn="1">
          <p15:clr>
            <a:srgbClr val="F26B43"/>
          </p15:clr>
        </p15:guide>
        <p15:guide id="3" orient="horz" pos="3725" userDrawn="1">
          <p15:clr>
            <a:srgbClr val="F26B43"/>
          </p15:clr>
        </p15:guide>
        <p15:guide id="4" pos="483" userDrawn="1">
          <p15:clr>
            <a:srgbClr val="F26B43"/>
          </p15:clr>
        </p15:guide>
        <p15:guide id="5" pos="7197" userDrawn="1">
          <p15:clr>
            <a:srgbClr val="F26B43"/>
          </p15:clr>
        </p15:guide>
        <p15:guide id="6" orient="horz" pos="243" userDrawn="1">
          <p15:clr>
            <a:srgbClr val="F26B43"/>
          </p15:clr>
        </p15:guide>
        <p15:guide id="7" orient="horz" pos="4088" userDrawn="1">
          <p15:clr>
            <a:srgbClr val="F26B43"/>
          </p15:clr>
        </p15:guide>
        <p15:guide id="8" orient="horz" pos="1139" userDrawn="1">
          <p15:clr>
            <a:srgbClr val="F26B43"/>
          </p15:clr>
        </p15:guide>
        <p15:guide id="9" orient="horz" pos="586" userDrawn="1">
          <p15:clr>
            <a:srgbClr val="F26B43"/>
          </p15:clr>
        </p15:guide>
        <p15:guide id="10" orient="horz" pos="44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xml"/><Relationship Id="rId4"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6.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6.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6.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230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8CFAF13F-83EF-4B9F-BC53-31EF4EDB0F47}"/>
              </a:ext>
            </a:extLst>
          </p:cNvPr>
          <p:cNvSpPr/>
          <p:nvPr/>
        </p:nvSpPr>
        <p:spPr>
          <a:xfrm>
            <a:off x="5333998" y="0"/>
            <a:ext cx="6858000" cy="6867168"/>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err="1"/>
          </a:p>
        </p:txBody>
      </p:sp>
      <p:pic>
        <p:nvPicPr>
          <p:cNvPr id="5" name="Picture Placeholder 4" descr="A group of people walking on a train station&#10;&#10;AI-generated content may be incorrect.">
            <a:extLst>
              <a:ext uri="{FF2B5EF4-FFF2-40B4-BE49-F238E27FC236}">
                <a16:creationId xmlns:a16="http://schemas.microsoft.com/office/drawing/2014/main" id="{A6C123D5-8AC2-1C44-91D3-D30ED74FF8CE}"/>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l="16687" r="16687"/>
          <a:stretch>
            <a:fillRect/>
          </a:stretch>
        </p:blipFill>
        <p:spPr>
          <a:xfrm>
            <a:off x="5334000" y="0"/>
            <a:ext cx="6858000" cy="6858000"/>
          </a:xfrm>
        </p:spPr>
      </p:pic>
      <p:sp>
        <p:nvSpPr>
          <p:cNvPr id="2" name="Titel 1">
            <a:extLst>
              <a:ext uri="{FF2B5EF4-FFF2-40B4-BE49-F238E27FC236}">
                <a16:creationId xmlns:a16="http://schemas.microsoft.com/office/drawing/2014/main" id="{AC02197F-0F16-4BE8-A67C-EBC07BD6560E}"/>
              </a:ext>
            </a:extLst>
          </p:cNvPr>
          <p:cNvSpPr>
            <a:spLocks noGrp="1"/>
          </p:cNvSpPr>
          <p:nvPr>
            <p:ph type="ctrTitle"/>
          </p:nvPr>
        </p:nvSpPr>
        <p:spPr>
          <a:xfrm>
            <a:off x="766763" y="2171753"/>
            <a:ext cx="4567233" cy="1107996"/>
          </a:xfrm>
        </p:spPr>
        <p:txBody>
          <a:bodyPr/>
          <a:lstStyle/>
          <a:p>
            <a:r>
              <a:rPr lang="nl-NL" dirty="0"/>
              <a:t>Loopstromen </a:t>
            </a:r>
            <a:br>
              <a:rPr lang="nl-NL" dirty="0"/>
            </a:br>
            <a:r>
              <a:rPr lang="nl-NL" dirty="0"/>
              <a:t>station &amp; onderwijs</a:t>
            </a:r>
          </a:p>
        </p:txBody>
      </p:sp>
      <p:sp>
        <p:nvSpPr>
          <p:cNvPr id="3" name="Ondertitel 2">
            <a:extLst>
              <a:ext uri="{FF2B5EF4-FFF2-40B4-BE49-F238E27FC236}">
                <a16:creationId xmlns:a16="http://schemas.microsoft.com/office/drawing/2014/main" id="{02A32A83-E5F6-453A-9705-333E7797DB83}"/>
              </a:ext>
            </a:extLst>
          </p:cNvPr>
          <p:cNvSpPr>
            <a:spLocks noGrp="1"/>
          </p:cNvSpPr>
          <p:nvPr>
            <p:ph type="subTitle" idx="1"/>
          </p:nvPr>
        </p:nvSpPr>
        <p:spPr>
          <a:xfrm>
            <a:off x="766763" y="3615099"/>
            <a:ext cx="3769181" cy="2298335"/>
          </a:xfrm>
        </p:spPr>
        <p:txBody>
          <a:bodyPr/>
          <a:lstStyle/>
          <a:p>
            <a:r>
              <a:rPr lang="nl-NL" dirty="0"/>
              <a:t>22-04-2025</a:t>
            </a:r>
          </a:p>
        </p:txBody>
      </p:sp>
      <p:sp>
        <p:nvSpPr>
          <p:cNvPr id="9" name="Tijdelijke aanduiding voor dianummer 8">
            <a:extLst>
              <a:ext uri="{FF2B5EF4-FFF2-40B4-BE49-F238E27FC236}">
                <a16:creationId xmlns:a16="http://schemas.microsoft.com/office/drawing/2014/main" id="{5A9E77AE-574F-4324-9C08-DB95F58F4ADF}"/>
              </a:ext>
            </a:extLst>
          </p:cNvPr>
          <p:cNvSpPr>
            <a:spLocks noGrp="1"/>
          </p:cNvSpPr>
          <p:nvPr>
            <p:ph type="sldNum" sz="quarter" idx="4"/>
          </p:nvPr>
        </p:nvSpPr>
        <p:spPr>
          <a:xfrm>
            <a:off x="11425238" y="6296477"/>
            <a:ext cx="766761" cy="365125"/>
          </a:xfrm>
        </p:spPr>
        <p:txBody>
          <a:bodyPr/>
          <a:lstStyle/>
          <a:p>
            <a:fld id="{30EB25C8-E9E3-4D25-B37F-35DF7D8D9C13}" type="slidenum">
              <a:rPr lang="nl-NL" smtClean="0"/>
              <a:pPr/>
              <a:t>2</a:t>
            </a:fld>
            <a:endParaRPr lang="nl-NL" dirty="0"/>
          </a:p>
        </p:txBody>
      </p:sp>
      <p:sp>
        <p:nvSpPr>
          <p:cNvPr id="15" name="Tijdelijke aanduiding voor tekst 14">
            <a:extLst>
              <a:ext uri="{FF2B5EF4-FFF2-40B4-BE49-F238E27FC236}">
                <a16:creationId xmlns:a16="http://schemas.microsoft.com/office/drawing/2014/main" id="{E0E3F661-34D9-4E60-9AB0-A21287EB962F}"/>
              </a:ext>
            </a:extLst>
          </p:cNvPr>
          <p:cNvSpPr>
            <a:spLocks noGrp="1"/>
          </p:cNvSpPr>
          <p:nvPr>
            <p:ph type="body" sz="quarter" idx="11"/>
          </p:nvPr>
        </p:nvSpPr>
        <p:spPr/>
        <p:txBody>
          <a:bodyPr/>
          <a:lstStyle/>
          <a:p>
            <a:endParaRPr lang="nl-NL"/>
          </a:p>
        </p:txBody>
      </p:sp>
      <p:sp>
        <p:nvSpPr>
          <p:cNvPr id="7" name="Tijdelijke aanduiding voor datum 6">
            <a:extLst>
              <a:ext uri="{FF2B5EF4-FFF2-40B4-BE49-F238E27FC236}">
                <a16:creationId xmlns:a16="http://schemas.microsoft.com/office/drawing/2014/main" id="{E73AC788-6A32-4C7A-901B-EEC5465C3BFD}"/>
              </a:ext>
            </a:extLst>
          </p:cNvPr>
          <p:cNvSpPr>
            <a:spLocks noGrp="1"/>
          </p:cNvSpPr>
          <p:nvPr>
            <p:ph type="dt" sz="half" idx="2"/>
          </p:nvPr>
        </p:nvSpPr>
        <p:spPr>
          <a:xfrm>
            <a:off x="1447799" y="6115917"/>
            <a:ext cx="3088145" cy="180000"/>
          </a:xfrm>
        </p:spPr>
        <p:txBody>
          <a:bodyPr/>
          <a:lstStyle/>
          <a:p>
            <a:r>
              <a:rPr lang="nl-NL"/>
              <a:t>d mnd jaar</a:t>
            </a:r>
            <a:endParaRPr lang="nl-NL" dirty="0"/>
          </a:p>
        </p:txBody>
      </p:sp>
      <p:sp>
        <p:nvSpPr>
          <p:cNvPr id="8" name="Tijdelijke aanduiding voor voettekst 7">
            <a:extLst>
              <a:ext uri="{FF2B5EF4-FFF2-40B4-BE49-F238E27FC236}">
                <a16:creationId xmlns:a16="http://schemas.microsoft.com/office/drawing/2014/main" id="{707D7A0A-57DE-41FC-8BA2-21351CAD1969}"/>
              </a:ext>
            </a:extLst>
          </p:cNvPr>
          <p:cNvSpPr>
            <a:spLocks noGrp="1"/>
          </p:cNvSpPr>
          <p:nvPr>
            <p:ph type="ftr" sz="quarter" idx="3"/>
          </p:nvPr>
        </p:nvSpPr>
        <p:spPr>
          <a:xfrm>
            <a:off x="1447799" y="5931352"/>
            <a:ext cx="3088145" cy="180000"/>
          </a:xfrm>
        </p:spPr>
        <p:txBody>
          <a:bodyPr/>
          <a:lstStyle/>
          <a:p>
            <a:pPr algn="l"/>
            <a:endParaRPr lang="nl-NL" dirty="0"/>
          </a:p>
        </p:txBody>
      </p:sp>
    </p:spTree>
    <p:extLst>
      <p:ext uri="{BB962C8B-B14F-4D97-AF65-F5344CB8AC3E}">
        <p14:creationId xmlns:p14="http://schemas.microsoft.com/office/powerpoint/2010/main" val="2582414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13FC8F-9579-46B3-8E99-CCF0F4EBDF7A}"/>
              </a:ext>
            </a:extLst>
          </p:cNvPr>
          <p:cNvSpPr>
            <a:spLocks noGrp="1"/>
          </p:cNvSpPr>
          <p:nvPr>
            <p:ph type="title"/>
          </p:nvPr>
        </p:nvSpPr>
        <p:spPr/>
        <p:txBody>
          <a:bodyPr/>
          <a:lstStyle/>
          <a:p>
            <a:r>
              <a:rPr lang="nl-NL" dirty="0"/>
              <a:t>Aanpak</a:t>
            </a:r>
          </a:p>
        </p:txBody>
      </p:sp>
      <p:sp>
        <p:nvSpPr>
          <p:cNvPr id="3" name="Tijdelijke aanduiding voor inhoud 2">
            <a:extLst>
              <a:ext uri="{FF2B5EF4-FFF2-40B4-BE49-F238E27FC236}">
                <a16:creationId xmlns:a16="http://schemas.microsoft.com/office/drawing/2014/main" id="{4EBD1D55-FCBE-4BC5-B33A-059064C623D6}"/>
              </a:ext>
            </a:extLst>
          </p:cNvPr>
          <p:cNvSpPr>
            <a:spLocks noGrp="1"/>
          </p:cNvSpPr>
          <p:nvPr>
            <p:ph idx="1"/>
          </p:nvPr>
        </p:nvSpPr>
        <p:spPr/>
        <p:txBody>
          <a:bodyPr/>
          <a:lstStyle/>
          <a:p>
            <a:r>
              <a:rPr lang="nl-NL" dirty="0"/>
              <a:t>Doel: inschatting van het aantal loopritten tussen stations en onderwijsinstellingen (universiteit, HBO, MBO). Daarvoor schatten we op basis van ODiN data de volgende functies:</a:t>
            </a:r>
          </a:p>
          <a:p>
            <a:pPr marL="457200" indent="-457200">
              <a:buAutoNum type="arabicPeriod"/>
            </a:pPr>
            <a:r>
              <a:rPr lang="nl-NL" dirty="0"/>
              <a:t>Aandeel studenten dat met de trein komt (</a:t>
            </a:r>
            <a:r>
              <a:rPr lang="nl-NL" dirty="0" err="1">
                <a:solidFill>
                  <a:schemeClr val="accent4"/>
                </a:solidFill>
              </a:rPr>
              <a:t>fractie_trein</a:t>
            </a:r>
            <a:r>
              <a:rPr lang="nl-NL" dirty="0"/>
              <a:t>)</a:t>
            </a:r>
            <a:br>
              <a:rPr lang="nl-NL" dirty="0"/>
            </a:br>
            <a:r>
              <a:rPr lang="nl-NL" i="1" dirty="0"/>
              <a:t>Afhankelijk van afstand onderwijsinstelling &amp; station, type onderwijsinstelling, type station</a:t>
            </a:r>
            <a:endParaRPr lang="nl-NL" dirty="0"/>
          </a:p>
          <a:p>
            <a:pPr marL="457200" indent="-457200">
              <a:buAutoNum type="arabicPeriod"/>
            </a:pPr>
            <a:r>
              <a:rPr lang="nl-NL" dirty="0"/>
              <a:t>(daarvan het) Aandeel voor/natransport lopen (</a:t>
            </a:r>
            <a:r>
              <a:rPr lang="nl-NL" dirty="0" err="1">
                <a:solidFill>
                  <a:schemeClr val="accent5"/>
                </a:solidFill>
              </a:rPr>
              <a:t>fractie_voornatransport_lopen</a:t>
            </a:r>
            <a:r>
              <a:rPr lang="nl-NL" dirty="0"/>
              <a:t>)</a:t>
            </a:r>
            <a:br>
              <a:rPr lang="nl-NL" dirty="0"/>
            </a:br>
            <a:r>
              <a:rPr lang="nl-NL" i="1" dirty="0"/>
              <a:t>Afhankelijk van afstand onderwijsinstelling &amp; station</a:t>
            </a:r>
            <a:br>
              <a:rPr lang="nl-NL" i="1" dirty="0"/>
            </a:br>
            <a:endParaRPr lang="nl-NL" i="1" dirty="0"/>
          </a:p>
          <a:p>
            <a:r>
              <a:rPr lang="nl-NL" dirty="0"/>
              <a:t> aantal loopritten = </a:t>
            </a:r>
            <a:r>
              <a:rPr lang="nl-NL" dirty="0" err="1"/>
              <a:t>aantal_leerlingplaatsen</a:t>
            </a:r>
            <a:r>
              <a:rPr lang="nl-NL" dirty="0"/>
              <a:t> * </a:t>
            </a:r>
            <a:r>
              <a:rPr lang="nl-NL" dirty="0" err="1">
                <a:solidFill>
                  <a:schemeClr val="accent4"/>
                </a:solidFill>
              </a:rPr>
              <a:t>fractie_trein</a:t>
            </a:r>
            <a:r>
              <a:rPr lang="nl-NL" dirty="0">
                <a:solidFill>
                  <a:schemeClr val="accent4"/>
                </a:solidFill>
              </a:rPr>
              <a:t> </a:t>
            </a:r>
            <a:r>
              <a:rPr lang="nl-NL" dirty="0"/>
              <a:t>* </a:t>
            </a:r>
            <a:r>
              <a:rPr lang="nl-NL" dirty="0" err="1">
                <a:solidFill>
                  <a:schemeClr val="accent5"/>
                </a:solidFill>
              </a:rPr>
              <a:t>fractie_voornatransport_lopen</a:t>
            </a:r>
            <a:endParaRPr lang="nl-NL" dirty="0">
              <a:solidFill>
                <a:schemeClr val="accent5"/>
              </a:solidFill>
            </a:endParaRPr>
          </a:p>
          <a:p>
            <a:endParaRPr lang="nl-NL" dirty="0"/>
          </a:p>
        </p:txBody>
      </p:sp>
      <p:sp>
        <p:nvSpPr>
          <p:cNvPr id="4" name="Tijdelijke aanduiding voor datum 3">
            <a:extLst>
              <a:ext uri="{FF2B5EF4-FFF2-40B4-BE49-F238E27FC236}">
                <a16:creationId xmlns:a16="http://schemas.microsoft.com/office/drawing/2014/main" id="{76940479-B42C-4B6A-B831-7FF657C19838}"/>
              </a:ext>
            </a:extLst>
          </p:cNvPr>
          <p:cNvSpPr>
            <a:spLocks noGrp="1"/>
          </p:cNvSpPr>
          <p:nvPr>
            <p:ph type="dt" sz="half" idx="10"/>
          </p:nvPr>
        </p:nvSpPr>
        <p:spPr/>
        <p:txBody>
          <a:bodyPr/>
          <a:lstStyle/>
          <a:p>
            <a:r>
              <a:rPr lang="nl-NL"/>
              <a:t>d mnd jaar</a:t>
            </a:r>
            <a:endParaRPr lang="nl-NL" dirty="0"/>
          </a:p>
        </p:txBody>
      </p:sp>
      <p:sp>
        <p:nvSpPr>
          <p:cNvPr id="5" name="Tijdelijke aanduiding voor voettekst 4">
            <a:extLst>
              <a:ext uri="{FF2B5EF4-FFF2-40B4-BE49-F238E27FC236}">
                <a16:creationId xmlns:a16="http://schemas.microsoft.com/office/drawing/2014/main" id="{1897BDD5-DFDA-4A76-B217-2F59F2F00BA8}"/>
              </a:ext>
            </a:extLst>
          </p:cNvPr>
          <p:cNvSpPr>
            <a:spLocks noGrp="1"/>
          </p:cNvSpPr>
          <p:nvPr>
            <p:ph type="ftr" sz="quarter" idx="11"/>
          </p:nvPr>
        </p:nvSpPr>
        <p:spPr/>
        <p:txBody>
          <a:bodyPr/>
          <a:lstStyle/>
          <a:p>
            <a:endParaRPr lang="nl-NL" dirty="0"/>
          </a:p>
        </p:txBody>
      </p:sp>
      <p:sp>
        <p:nvSpPr>
          <p:cNvPr id="6" name="Tijdelijke aanduiding voor dianummer 5">
            <a:extLst>
              <a:ext uri="{FF2B5EF4-FFF2-40B4-BE49-F238E27FC236}">
                <a16:creationId xmlns:a16="http://schemas.microsoft.com/office/drawing/2014/main" id="{7E8DA4D8-3F50-45FE-884A-79D6DD0E2EE7}"/>
              </a:ext>
            </a:extLst>
          </p:cNvPr>
          <p:cNvSpPr>
            <a:spLocks noGrp="1"/>
          </p:cNvSpPr>
          <p:nvPr>
            <p:ph type="sldNum" sz="quarter" idx="4"/>
          </p:nvPr>
        </p:nvSpPr>
        <p:spPr/>
        <p:txBody>
          <a:bodyPr/>
          <a:lstStyle/>
          <a:p>
            <a:fld id="{30EB25C8-E9E3-4D25-B37F-35DF7D8D9C13}" type="slidenum">
              <a:rPr lang="nl-NL" smtClean="0"/>
              <a:pPr/>
              <a:t>3</a:t>
            </a:fld>
            <a:endParaRPr lang="nl-NL" dirty="0"/>
          </a:p>
        </p:txBody>
      </p:sp>
    </p:spTree>
    <p:extLst>
      <p:ext uri="{BB962C8B-B14F-4D97-AF65-F5344CB8AC3E}">
        <p14:creationId xmlns:p14="http://schemas.microsoft.com/office/powerpoint/2010/main" val="1376792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C18D-F180-10F3-C9DF-A010729BB953}"/>
              </a:ext>
            </a:extLst>
          </p:cNvPr>
          <p:cNvSpPr>
            <a:spLocks noGrp="1"/>
          </p:cNvSpPr>
          <p:nvPr>
            <p:ph type="title"/>
          </p:nvPr>
        </p:nvSpPr>
        <p:spPr/>
        <p:txBody>
          <a:bodyPr/>
          <a:lstStyle/>
          <a:p>
            <a:r>
              <a:rPr lang="nl-NL" dirty="0"/>
              <a:t>1. Aandeel studenten dat met de trein komt</a:t>
            </a:r>
            <a:endParaRPr lang="en-US" dirty="0"/>
          </a:p>
        </p:txBody>
      </p:sp>
      <p:sp>
        <p:nvSpPr>
          <p:cNvPr id="3" name="Content Placeholder 2">
            <a:extLst>
              <a:ext uri="{FF2B5EF4-FFF2-40B4-BE49-F238E27FC236}">
                <a16:creationId xmlns:a16="http://schemas.microsoft.com/office/drawing/2014/main" id="{00F358A8-6D0D-40E5-AF63-FF5B8C4E4547}"/>
              </a:ext>
            </a:extLst>
          </p:cNvPr>
          <p:cNvSpPr>
            <a:spLocks noGrp="1"/>
          </p:cNvSpPr>
          <p:nvPr>
            <p:ph idx="1"/>
          </p:nvPr>
        </p:nvSpPr>
        <p:spPr/>
        <p:txBody>
          <a:bodyPr/>
          <a:lstStyle/>
          <a:p>
            <a:r>
              <a:rPr lang="en-US" dirty="0"/>
              <a:t>Voor alle </a:t>
            </a:r>
            <a:r>
              <a:rPr lang="en-US" dirty="0" err="1"/>
              <a:t>verplaatsingen</a:t>
            </a:r>
            <a:r>
              <a:rPr lang="en-US" dirty="0"/>
              <a:t> van </a:t>
            </a:r>
            <a:r>
              <a:rPr lang="en-US" dirty="0" err="1"/>
              <a:t>en</a:t>
            </a:r>
            <a:r>
              <a:rPr lang="en-US" dirty="0"/>
              <a:t> </a:t>
            </a:r>
            <a:r>
              <a:rPr lang="en-US" dirty="0" err="1"/>
              <a:t>naar</a:t>
            </a:r>
            <a:r>
              <a:rPr lang="en-US" dirty="0"/>
              <a:t> </a:t>
            </a:r>
            <a:r>
              <a:rPr lang="en-US" dirty="0" err="1"/>
              <a:t>onderwijs</a:t>
            </a:r>
            <a:r>
              <a:rPr lang="en-US" dirty="0"/>
              <a:t> in ODiN </a:t>
            </a:r>
            <a:r>
              <a:rPr lang="en-US" dirty="0" err="1"/>
              <a:t>willen</a:t>
            </a:r>
            <a:r>
              <a:rPr lang="en-US" dirty="0"/>
              <a:t> we het </a:t>
            </a:r>
            <a:r>
              <a:rPr lang="en-US" dirty="0" err="1"/>
              <a:t>aandeel</a:t>
            </a:r>
            <a:r>
              <a:rPr lang="en-US" dirty="0"/>
              <a:t> </a:t>
            </a:r>
            <a:r>
              <a:rPr lang="en-US" dirty="0" err="1"/>
              <a:t>studenten</a:t>
            </a:r>
            <a:r>
              <a:rPr lang="en-US" dirty="0"/>
              <a:t> </a:t>
            </a:r>
            <a:r>
              <a:rPr lang="en-US" dirty="0" err="1"/>
              <a:t>dat</a:t>
            </a:r>
            <a:r>
              <a:rPr lang="en-US" dirty="0"/>
              <a:t> met de </a:t>
            </a:r>
            <a:r>
              <a:rPr lang="en-US" dirty="0" err="1"/>
              <a:t>trein</a:t>
            </a:r>
            <a:r>
              <a:rPr lang="en-US" dirty="0"/>
              <a:t> </a:t>
            </a:r>
            <a:r>
              <a:rPr lang="en-US" dirty="0" err="1"/>
              <a:t>komt</a:t>
            </a:r>
            <a:r>
              <a:rPr lang="en-US" dirty="0"/>
              <a:t> </a:t>
            </a:r>
            <a:r>
              <a:rPr lang="en-US" dirty="0" err="1"/>
              <a:t>schatten</a:t>
            </a:r>
            <a:br>
              <a:rPr lang="en-US" dirty="0"/>
            </a:br>
            <a:r>
              <a:rPr lang="en-US" dirty="0"/>
              <a:t>- </a:t>
            </a:r>
            <a:r>
              <a:rPr lang="en-US" dirty="0" err="1"/>
              <a:t>afhankelijk</a:t>
            </a:r>
            <a:r>
              <a:rPr lang="en-US" dirty="0"/>
              <a:t> van de </a:t>
            </a:r>
            <a:r>
              <a:rPr lang="en-US" b="1" dirty="0" err="1"/>
              <a:t>afstand</a:t>
            </a:r>
            <a:r>
              <a:rPr lang="en-US" b="1" dirty="0"/>
              <a:t> tot station</a:t>
            </a:r>
            <a:br>
              <a:rPr lang="en-US" dirty="0"/>
            </a:br>
            <a:r>
              <a:rPr lang="en-US" dirty="0"/>
              <a:t>- </a:t>
            </a:r>
            <a:r>
              <a:rPr lang="en-US" dirty="0" err="1"/>
              <a:t>afhankelijk</a:t>
            </a:r>
            <a:r>
              <a:rPr lang="en-US" dirty="0"/>
              <a:t> van het </a:t>
            </a:r>
            <a:r>
              <a:rPr lang="en-US" b="1" dirty="0"/>
              <a:t>type</a:t>
            </a:r>
            <a:r>
              <a:rPr lang="en-US" dirty="0"/>
              <a:t> </a:t>
            </a:r>
            <a:r>
              <a:rPr lang="en-US" b="1" dirty="0" err="1"/>
              <a:t>onderwijslocatie</a:t>
            </a:r>
            <a:r>
              <a:rPr lang="en-US" dirty="0"/>
              <a:t> (</a:t>
            </a:r>
            <a:r>
              <a:rPr lang="en-US" dirty="0" err="1"/>
              <a:t>mbo</a:t>
            </a:r>
            <a:r>
              <a:rPr lang="en-US" dirty="0"/>
              <a:t> of ho)</a:t>
            </a:r>
            <a:br>
              <a:rPr lang="en-US" dirty="0"/>
            </a:br>
            <a:r>
              <a:rPr lang="en-US" dirty="0"/>
              <a:t>- </a:t>
            </a:r>
            <a:r>
              <a:rPr lang="en-US" dirty="0" err="1"/>
              <a:t>afhankelijk</a:t>
            </a:r>
            <a:r>
              <a:rPr lang="en-US" dirty="0"/>
              <a:t> van het type station (</a:t>
            </a:r>
            <a:r>
              <a:rPr lang="en-US" b="1" dirty="0" err="1"/>
              <a:t>aantal</a:t>
            </a:r>
            <a:r>
              <a:rPr lang="en-US" dirty="0"/>
              <a:t> </a:t>
            </a:r>
            <a:r>
              <a:rPr lang="en-US" b="1" dirty="0" err="1"/>
              <a:t>inuitstappers</a:t>
            </a:r>
            <a:r>
              <a:rPr lang="en-US" dirty="0"/>
              <a:t>)</a:t>
            </a:r>
          </a:p>
          <a:p>
            <a:br>
              <a:rPr lang="en-US" dirty="0"/>
            </a:br>
            <a:r>
              <a:rPr lang="en-US" dirty="0"/>
              <a:t>Per onderwijs-postcode4 die </a:t>
            </a:r>
            <a:r>
              <a:rPr lang="en-US" dirty="0" err="1"/>
              <a:t>voorkomt</a:t>
            </a:r>
            <a:r>
              <a:rPr lang="en-US" dirty="0"/>
              <a:t> in ODiN </a:t>
            </a:r>
            <a:r>
              <a:rPr lang="en-US" dirty="0" err="1"/>
              <a:t>bepalen</a:t>
            </a:r>
            <a:r>
              <a:rPr lang="en-US" dirty="0"/>
              <a:t> we </a:t>
            </a:r>
            <a:r>
              <a:rPr lang="en-US" dirty="0" err="1"/>
              <a:t>daarom</a:t>
            </a:r>
            <a:r>
              <a:rPr lang="en-US" dirty="0"/>
              <a:t> het </a:t>
            </a:r>
            <a:r>
              <a:rPr lang="en-US" dirty="0" err="1"/>
              <a:t>dichtsbijzijnde</a:t>
            </a:r>
            <a:r>
              <a:rPr lang="en-US" dirty="0"/>
              <a:t> station, de </a:t>
            </a:r>
            <a:r>
              <a:rPr lang="en-US" dirty="0" err="1"/>
              <a:t>afstand</a:t>
            </a:r>
            <a:r>
              <a:rPr lang="en-US" dirty="0"/>
              <a:t> tot </a:t>
            </a:r>
            <a:r>
              <a:rPr lang="en-US" dirty="0" err="1"/>
              <a:t>dit</a:t>
            </a:r>
            <a:r>
              <a:rPr lang="en-US" dirty="0"/>
              <a:t> station, het </a:t>
            </a:r>
            <a:r>
              <a:rPr lang="en-US" dirty="0" err="1"/>
              <a:t>aantal</a:t>
            </a:r>
            <a:r>
              <a:rPr lang="en-US" dirty="0"/>
              <a:t> </a:t>
            </a:r>
            <a:r>
              <a:rPr lang="en-US" dirty="0" err="1"/>
              <a:t>inuitstappers</a:t>
            </a:r>
            <a:r>
              <a:rPr lang="en-US" dirty="0"/>
              <a:t> op </a:t>
            </a:r>
            <a:r>
              <a:rPr lang="en-US" dirty="0" err="1"/>
              <a:t>dit</a:t>
            </a:r>
            <a:r>
              <a:rPr lang="en-US" dirty="0"/>
              <a:t> station </a:t>
            </a:r>
            <a:r>
              <a:rPr lang="en-US" dirty="0" err="1"/>
              <a:t>en</a:t>
            </a:r>
            <a:r>
              <a:rPr lang="en-US" dirty="0"/>
              <a:t> het type </a:t>
            </a:r>
            <a:r>
              <a:rPr lang="en-US" dirty="0" err="1"/>
              <a:t>onderwijslocatie</a:t>
            </a:r>
            <a:r>
              <a:rPr lang="en-US" dirty="0"/>
              <a:t> op basis van Spectrum data.</a:t>
            </a:r>
          </a:p>
          <a:p>
            <a:endParaRPr lang="en-US" dirty="0"/>
          </a:p>
        </p:txBody>
      </p:sp>
      <p:sp>
        <p:nvSpPr>
          <p:cNvPr id="4" name="Date Placeholder 3">
            <a:extLst>
              <a:ext uri="{FF2B5EF4-FFF2-40B4-BE49-F238E27FC236}">
                <a16:creationId xmlns:a16="http://schemas.microsoft.com/office/drawing/2014/main" id="{904535F4-A936-B18E-C2D1-F8CDF25F88F4}"/>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6FABCFCE-8E15-0128-6B27-71B5E389283A}"/>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EBF1D74C-6E64-FCA7-AC7B-B3432AF3EB76}"/>
              </a:ext>
            </a:extLst>
          </p:cNvPr>
          <p:cNvSpPr>
            <a:spLocks noGrp="1"/>
          </p:cNvSpPr>
          <p:nvPr>
            <p:ph type="sldNum" sz="quarter" idx="4"/>
          </p:nvPr>
        </p:nvSpPr>
        <p:spPr/>
        <p:txBody>
          <a:bodyPr/>
          <a:lstStyle/>
          <a:p>
            <a:fld id="{30EB25C8-E9E3-4D25-B37F-35DF7D8D9C13}" type="slidenum">
              <a:rPr lang="nl-NL" smtClean="0"/>
              <a:pPr/>
              <a:t>4</a:t>
            </a:fld>
            <a:endParaRPr lang="nl-NL" dirty="0"/>
          </a:p>
        </p:txBody>
      </p:sp>
    </p:spTree>
    <p:extLst>
      <p:ext uri="{BB962C8B-B14F-4D97-AF65-F5344CB8AC3E}">
        <p14:creationId xmlns:p14="http://schemas.microsoft.com/office/powerpoint/2010/main" val="1973047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BB0B5-0B55-2CE0-1774-7BBC871B59B4}"/>
              </a:ext>
            </a:extLst>
          </p:cNvPr>
          <p:cNvSpPr>
            <a:spLocks noGrp="1"/>
          </p:cNvSpPr>
          <p:nvPr>
            <p:ph type="title"/>
          </p:nvPr>
        </p:nvSpPr>
        <p:spPr/>
        <p:txBody>
          <a:bodyPr/>
          <a:lstStyle/>
          <a:p>
            <a:r>
              <a:rPr lang="en-US" dirty="0"/>
              <a:t>Type </a:t>
            </a:r>
            <a:r>
              <a:rPr lang="en-US" dirty="0" err="1"/>
              <a:t>onderwijsinstelling</a:t>
            </a:r>
            <a:r>
              <a:rPr lang="en-US" dirty="0"/>
              <a:t>(</a:t>
            </a:r>
            <a:r>
              <a:rPr lang="en-US" dirty="0" err="1"/>
              <a:t>en</a:t>
            </a:r>
            <a:r>
              <a:rPr lang="en-US" dirty="0"/>
              <a:t>) per postcode</a:t>
            </a:r>
          </a:p>
        </p:txBody>
      </p:sp>
      <p:sp>
        <p:nvSpPr>
          <p:cNvPr id="3" name="Content Placeholder 2">
            <a:extLst>
              <a:ext uri="{FF2B5EF4-FFF2-40B4-BE49-F238E27FC236}">
                <a16:creationId xmlns:a16="http://schemas.microsoft.com/office/drawing/2014/main" id="{7615E2B5-92C9-1589-5CE7-61534EFCE861}"/>
              </a:ext>
            </a:extLst>
          </p:cNvPr>
          <p:cNvSpPr>
            <a:spLocks noGrp="1"/>
          </p:cNvSpPr>
          <p:nvPr>
            <p:ph idx="1"/>
          </p:nvPr>
        </p:nvSpPr>
        <p:spPr>
          <a:xfrm>
            <a:off x="766764" y="1649197"/>
            <a:ext cx="4896362" cy="4264242"/>
          </a:xfrm>
        </p:spPr>
        <p:txBody>
          <a:bodyPr/>
          <a:lstStyle/>
          <a:p>
            <a:r>
              <a:rPr lang="en-US" sz="1600" dirty="0">
                <a:solidFill>
                  <a:schemeClr val="accent6"/>
                </a:solidFill>
              </a:rPr>
              <a:t>Gele zones</a:t>
            </a:r>
            <a:r>
              <a:rPr lang="en-US" sz="1600" dirty="0"/>
              <a:t>: onderwijs-postcode4 </a:t>
            </a:r>
            <a:r>
              <a:rPr lang="en-US" sz="1600" dirty="0" err="1"/>
              <a:t>gebieden</a:t>
            </a:r>
            <a:r>
              <a:rPr lang="en-US" sz="1600" dirty="0"/>
              <a:t> </a:t>
            </a:r>
            <a:r>
              <a:rPr lang="en-US" sz="1600" i="1" dirty="0"/>
              <a:t>(</a:t>
            </a:r>
            <a:r>
              <a:rPr lang="en-US" sz="1600" i="1" dirty="0" err="1"/>
              <a:t>uit</a:t>
            </a:r>
            <a:r>
              <a:rPr lang="en-US" sz="1600" i="1" dirty="0"/>
              <a:t> ODiN)</a:t>
            </a:r>
            <a:br>
              <a:rPr lang="en-US" sz="1600" dirty="0"/>
            </a:br>
            <a:r>
              <a:rPr lang="en-US" sz="1600" dirty="0" err="1">
                <a:solidFill>
                  <a:schemeClr val="accent4">
                    <a:lumMod val="75000"/>
                  </a:schemeClr>
                </a:solidFill>
              </a:rPr>
              <a:t>Blauwe</a:t>
            </a:r>
            <a:r>
              <a:rPr lang="en-US" sz="1600" dirty="0">
                <a:solidFill>
                  <a:schemeClr val="accent4">
                    <a:lumMod val="75000"/>
                  </a:schemeClr>
                </a:solidFill>
              </a:rPr>
              <a:t> </a:t>
            </a:r>
            <a:r>
              <a:rPr lang="en-US" sz="1600" dirty="0" err="1">
                <a:solidFill>
                  <a:schemeClr val="accent4">
                    <a:lumMod val="75000"/>
                  </a:schemeClr>
                </a:solidFill>
              </a:rPr>
              <a:t>punten</a:t>
            </a:r>
            <a:r>
              <a:rPr lang="en-US" sz="1600" dirty="0"/>
              <a:t>: MBO/HBO </a:t>
            </a:r>
            <a:r>
              <a:rPr lang="en-US" sz="1600" dirty="0" err="1"/>
              <a:t>instellingen</a:t>
            </a:r>
            <a:r>
              <a:rPr lang="en-US" sz="1600" dirty="0"/>
              <a:t> </a:t>
            </a:r>
            <a:r>
              <a:rPr lang="en-US" sz="1600" i="1" dirty="0"/>
              <a:t>(</a:t>
            </a:r>
            <a:r>
              <a:rPr lang="en-US" sz="1600" i="1" dirty="0" err="1"/>
              <a:t>uit</a:t>
            </a:r>
            <a:r>
              <a:rPr lang="en-US" sz="1600" i="1" dirty="0"/>
              <a:t> Spectrum)</a:t>
            </a:r>
            <a:br>
              <a:rPr lang="en-US" sz="1600" dirty="0"/>
            </a:br>
            <a:endParaRPr lang="en-US" sz="1600" dirty="0"/>
          </a:p>
          <a:p>
            <a:r>
              <a:rPr lang="en-US" sz="1600" b="1" dirty="0"/>
              <a:t>Type </a:t>
            </a:r>
            <a:r>
              <a:rPr lang="en-US" sz="1600" b="1" dirty="0" err="1"/>
              <a:t>onderwijslocatie</a:t>
            </a:r>
            <a:r>
              <a:rPr lang="en-US" sz="1600" b="1" dirty="0"/>
              <a:t>: </a:t>
            </a:r>
            <a:r>
              <a:rPr lang="en-US" sz="1600" dirty="0"/>
              <a:t>per </a:t>
            </a:r>
            <a:r>
              <a:rPr lang="en-US" sz="1600" dirty="0" err="1"/>
              <a:t>onderwijsinstelling</a:t>
            </a:r>
            <a:r>
              <a:rPr lang="en-US" sz="1600" dirty="0"/>
              <a:t> is </a:t>
            </a:r>
            <a:r>
              <a:rPr lang="en-US" sz="1600" dirty="0" err="1"/>
              <a:t>vanuit</a:t>
            </a:r>
            <a:r>
              <a:rPr lang="en-US" sz="1600" dirty="0"/>
              <a:t> Spectrum </a:t>
            </a:r>
            <a:r>
              <a:rPr lang="en-US" sz="1600" dirty="0" err="1"/>
              <a:t>bekend</a:t>
            </a:r>
            <a:r>
              <a:rPr lang="en-US" sz="1600" dirty="0"/>
              <a:t> of </a:t>
            </a:r>
            <a:r>
              <a:rPr lang="en-US" sz="1600" dirty="0" err="1"/>
              <a:t>dit</a:t>
            </a:r>
            <a:r>
              <a:rPr lang="en-US" sz="1600" dirty="0"/>
              <a:t> </a:t>
            </a:r>
            <a:r>
              <a:rPr lang="en-US" sz="1600" dirty="0" err="1"/>
              <a:t>een</a:t>
            </a:r>
            <a:r>
              <a:rPr lang="en-US" sz="1600" dirty="0"/>
              <a:t> MBO of HO </a:t>
            </a:r>
            <a:r>
              <a:rPr lang="en-US" sz="1600" dirty="0" err="1"/>
              <a:t>locatie</a:t>
            </a:r>
            <a:r>
              <a:rPr lang="en-US" sz="1600" dirty="0"/>
              <a:t> is</a:t>
            </a:r>
          </a:p>
        </p:txBody>
      </p:sp>
      <p:sp>
        <p:nvSpPr>
          <p:cNvPr id="4" name="Date Placeholder 3">
            <a:extLst>
              <a:ext uri="{FF2B5EF4-FFF2-40B4-BE49-F238E27FC236}">
                <a16:creationId xmlns:a16="http://schemas.microsoft.com/office/drawing/2014/main" id="{46C65CE3-44F0-72FD-7387-F22EB72155F1}"/>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4441537C-0AFC-F903-1133-338235043531}"/>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AD859F17-C900-ADFE-D566-7CE6BA1F492F}"/>
              </a:ext>
            </a:extLst>
          </p:cNvPr>
          <p:cNvSpPr>
            <a:spLocks noGrp="1"/>
          </p:cNvSpPr>
          <p:nvPr>
            <p:ph type="sldNum" sz="quarter" idx="4"/>
          </p:nvPr>
        </p:nvSpPr>
        <p:spPr/>
        <p:txBody>
          <a:bodyPr/>
          <a:lstStyle/>
          <a:p>
            <a:fld id="{30EB25C8-E9E3-4D25-B37F-35DF7D8D9C13}" type="slidenum">
              <a:rPr lang="nl-NL" smtClean="0"/>
              <a:pPr/>
              <a:t>5</a:t>
            </a:fld>
            <a:endParaRPr lang="nl-NL" dirty="0"/>
          </a:p>
        </p:txBody>
      </p:sp>
      <p:pic>
        <p:nvPicPr>
          <p:cNvPr id="10" name="Picture 9">
            <a:extLst>
              <a:ext uri="{FF2B5EF4-FFF2-40B4-BE49-F238E27FC236}">
                <a16:creationId xmlns:a16="http://schemas.microsoft.com/office/drawing/2014/main" id="{5FB7DBE1-2380-95CF-37BE-650283BDF382}"/>
              </a:ext>
            </a:extLst>
          </p:cNvPr>
          <p:cNvPicPr>
            <a:picLocks noChangeAspect="1"/>
          </p:cNvPicPr>
          <p:nvPr/>
        </p:nvPicPr>
        <p:blipFill>
          <a:blip r:embed="rId2"/>
          <a:stretch>
            <a:fillRect/>
          </a:stretch>
        </p:blipFill>
        <p:spPr>
          <a:xfrm>
            <a:off x="5952812" y="1639962"/>
            <a:ext cx="5855806" cy="4464996"/>
          </a:xfrm>
          <a:prstGeom prst="rect">
            <a:avLst/>
          </a:prstGeom>
        </p:spPr>
      </p:pic>
    </p:spTree>
    <p:extLst>
      <p:ext uri="{BB962C8B-B14F-4D97-AF65-F5344CB8AC3E}">
        <p14:creationId xmlns:p14="http://schemas.microsoft.com/office/powerpoint/2010/main" val="1451045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45496-DA65-6F6B-131F-11D3AAD69C63}"/>
              </a:ext>
            </a:extLst>
          </p:cNvPr>
          <p:cNvSpPr>
            <a:spLocks noGrp="1"/>
          </p:cNvSpPr>
          <p:nvPr>
            <p:ph type="title"/>
          </p:nvPr>
        </p:nvSpPr>
        <p:spPr/>
        <p:txBody>
          <a:bodyPr/>
          <a:lstStyle/>
          <a:p>
            <a:r>
              <a:rPr lang="en-US" dirty="0" err="1"/>
              <a:t>Dichtsbijzijnde</a:t>
            </a:r>
            <a:r>
              <a:rPr lang="en-US" dirty="0"/>
              <a:t> station per postcode</a:t>
            </a:r>
          </a:p>
        </p:txBody>
      </p:sp>
      <p:sp>
        <p:nvSpPr>
          <p:cNvPr id="4" name="Date Placeholder 3">
            <a:extLst>
              <a:ext uri="{FF2B5EF4-FFF2-40B4-BE49-F238E27FC236}">
                <a16:creationId xmlns:a16="http://schemas.microsoft.com/office/drawing/2014/main" id="{527FB3EA-5F63-279D-4D58-60EB40C9A0A7}"/>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A053455B-BC0E-9B4F-E82E-BA064DA37845}"/>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A839D9C6-5B86-E6C9-B3AD-A791EB41D18A}"/>
              </a:ext>
            </a:extLst>
          </p:cNvPr>
          <p:cNvSpPr>
            <a:spLocks noGrp="1"/>
          </p:cNvSpPr>
          <p:nvPr>
            <p:ph type="sldNum" sz="quarter" idx="4"/>
          </p:nvPr>
        </p:nvSpPr>
        <p:spPr/>
        <p:txBody>
          <a:bodyPr/>
          <a:lstStyle/>
          <a:p>
            <a:fld id="{30EB25C8-E9E3-4D25-B37F-35DF7D8D9C13}" type="slidenum">
              <a:rPr lang="nl-NL" smtClean="0"/>
              <a:pPr/>
              <a:t>6</a:t>
            </a:fld>
            <a:endParaRPr lang="nl-NL" dirty="0"/>
          </a:p>
        </p:txBody>
      </p:sp>
      <p:pic>
        <p:nvPicPr>
          <p:cNvPr id="11" name="Picture 10">
            <a:extLst>
              <a:ext uri="{FF2B5EF4-FFF2-40B4-BE49-F238E27FC236}">
                <a16:creationId xmlns:a16="http://schemas.microsoft.com/office/drawing/2014/main" id="{B04F7F98-6248-77DC-FF9B-B633762E29C3}"/>
              </a:ext>
            </a:extLst>
          </p:cNvPr>
          <p:cNvPicPr>
            <a:picLocks noChangeAspect="1"/>
          </p:cNvPicPr>
          <p:nvPr/>
        </p:nvPicPr>
        <p:blipFill>
          <a:blip r:embed="rId2"/>
          <a:stretch>
            <a:fillRect/>
          </a:stretch>
        </p:blipFill>
        <p:spPr>
          <a:xfrm>
            <a:off x="5815986" y="1649196"/>
            <a:ext cx="5609250" cy="4264241"/>
          </a:xfrm>
          <a:prstGeom prst="rect">
            <a:avLst/>
          </a:prstGeom>
        </p:spPr>
      </p:pic>
      <p:sp>
        <p:nvSpPr>
          <p:cNvPr id="13" name="Content Placeholder 12">
            <a:extLst>
              <a:ext uri="{FF2B5EF4-FFF2-40B4-BE49-F238E27FC236}">
                <a16:creationId xmlns:a16="http://schemas.microsoft.com/office/drawing/2014/main" id="{1CBDCB83-5AA7-B412-D8E1-CFC2CCBAF1D1}"/>
              </a:ext>
            </a:extLst>
          </p:cNvPr>
          <p:cNvSpPr>
            <a:spLocks noGrp="1"/>
          </p:cNvSpPr>
          <p:nvPr>
            <p:ph idx="1"/>
          </p:nvPr>
        </p:nvSpPr>
        <p:spPr>
          <a:xfrm>
            <a:off x="766763" y="1649197"/>
            <a:ext cx="4966127" cy="4264242"/>
          </a:xfrm>
        </p:spPr>
        <p:txBody>
          <a:bodyPr/>
          <a:lstStyle/>
          <a:p>
            <a:r>
              <a:rPr lang="en-US" sz="1600" dirty="0">
                <a:solidFill>
                  <a:schemeClr val="accent6"/>
                </a:solidFill>
              </a:rPr>
              <a:t>Gele zones</a:t>
            </a:r>
            <a:r>
              <a:rPr lang="en-US" sz="1600" dirty="0"/>
              <a:t>: onderwijs-postcode4 </a:t>
            </a:r>
            <a:r>
              <a:rPr lang="en-US" sz="1600" dirty="0" err="1"/>
              <a:t>gebieden</a:t>
            </a:r>
            <a:r>
              <a:rPr lang="en-US" sz="1600" dirty="0"/>
              <a:t> </a:t>
            </a:r>
            <a:r>
              <a:rPr lang="en-US" sz="1600" i="1" dirty="0"/>
              <a:t>(</a:t>
            </a:r>
            <a:r>
              <a:rPr lang="en-US" sz="1600" i="1" dirty="0" err="1"/>
              <a:t>uit</a:t>
            </a:r>
            <a:r>
              <a:rPr lang="en-US" sz="1600" i="1" dirty="0"/>
              <a:t> ODiN)</a:t>
            </a:r>
            <a:br>
              <a:rPr lang="en-US" sz="1600" dirty="0"/>
            </a:br>
            <a:r>
              <a:rPr lang="en-US" sz="1600" dirty="0" err="1">
                <a:solidFill>
                  <a:schemeClr val="accent4">
                    <a:lumMod val="75000"/>
                  </a:schemeClr>
                </a:solidFill>
              </a:rPr>
              <a:t>Blauwe</a:t>
            </a:r>
            <a:r>
              <a:rPr lang="en-US" sz="1600" dirty="0">
                <a:solidFill>
                  <a:schemeClr val="accent4">
                    <a:lumMod val="75000"/>
                  </a:schemeClr>
                </a:solidFill>
              </a:rPr>
              <a:t> </a:t>
            </a:r>
            <a:r>
              <a:rPr lang="en-US" sz="1600" dirty="0" err="1">
                <a:solidFill>
                  <a:schemeClr val="accent4">
                    <a:lumMod val="75000"/>
                  </a:schemeClr>
                </a:solidFill>
              </a:rPr>
              <a:t>punten</a:t>
            </a:r>
            <a:r>
              <a:rPr lang="en-US" sz="1600" dirty="0"/>
              <a:t>: MBO/HBO </a:t>
            </a:r>
            <a:r>
              <a:rPr lang="en-US" sz="1600" dirty="0" err="1"/>
              <a:t>instellingen</a:t>
            </a:r>
            <a:r>
              <a:rPr lang="en-US" sz="1600" dirty="0"/>
              <a:t> </a:t>
            </a:r>
            <a:r>
              <a:rPr lang="en-US" sz="1600" i="1" dirty="0"/>
              <a:t>(</a:t>
            </a:r>
            <a:r>
              <a:rPr lang="en-US" sz="1600" i="1" dirty="0" err="1"/>
              <a:t>uit</a:t>
            </a:r>
            <a:r>
              <a:rPr lang="en-US" sz="1600" i="1" dirty="0"/>
              <a:t> Spectrum)</a:t>
            </a:r>
            <a:br>
              <a:rPr lang="en-US" sz="1600" dirty="0"/>
            </a:br>
            <a:r>
              <a:rPr lang="en-US" sz="1600" dirty="0">
                <a:solidFill>
                  <a:srgbClr val="FF0000"/>
                </a:solidFill>
              </a:rPr>
              <a:t>Rode </a:t>
            </a:r>
            <a:r>
              <a:rPr lang="en-US" sz="1600" dirty="0" err="1">
                <a:solidFill>
                  <a:srgbClr val="FF0000"/>
                </a:solidFill>
              </a:rPr>
              <a:t>punten</a:t>
            </a:r>
            <a:r>
              <a:rPr lang="en-US" sz="1600" dirty="0"/>
              <a:t>: </a:t>
            </a:r>
            <a:r>
              <a:rPr lang="en-US" sz="1600" dirty="0" err="1"/>
              <a:t>middelpunt</a:t>
            </a:r>
            <a:r>
              <a:rPr lang="en-US" sz="1600" dirty="0"/>
              <a:t> </a:t>
            </a:r>
            <a:r>
              <a:rPr lang="en-US" sz="1600" dirty="0" err="1"/>
              <a:t>onderwijsinstellingen</a:t>
            </a:r>
            <a:r>
              <a:rPr lang="en-US" sz="1600" dirty="0"/>
              <a:t> in het postcode4 </a:t>
            </a:r>
            <a:r>
              <a:rPr lang="en-US" sz="1600" dirty="0" err="1"/>
              <a:t>gebied</a:t>
            </a:r>
            <a:br>
              <a:rPr lang="en-US" sz="1600" dirty="0"/>
            </a:br>
            <a:r>
              <a:rPr lang="en-US" sz="1600" dirty="0"/>
              <a:t>Witte </a:t>
            </a:r>
            <a:r>
              <a:rPr lang="en-US" sz="1600" dirty="0" err="1"/>
              <a:t>punten</a:t>
            </a:r>
            <a:r>
              <a:rPr lang="en-US" sz="1600" dirty="0"/>
              <a:t>: stations </a:t>
            </a:r>
            <a:r>
              <a:rPr lang="en-US" sz="1600" i="1" dirty="0"/>
              <a:t>(</a:t>
            </a:r>
            <a:r>
              <a:rPr lang="en-US" sz="1600" i="1" dirty="0" err="1"/>
              <a:t>uit</a:t>
            </a:r>
            <a:r>
              <a:rPr lang="en-US" sz="1600" i="1" dirty="0"/>
              <a:t> Spectrum)</a:t>
            </a:r>
            <a:br>
              <a:rPr lang="en-US" sz="1600" i="1" dirty="0"/>
            </a:br>
            <a:br>
              <a:rPr lang="en-US" sz="1600" i="1" dirty="0"/>
            </a:br>
            <a:r>
              <a:rPr lang="en-US" sz="1600" dirty="0"/>
              <a:t>We </a:t>
            </a:r>
            <a:r>
              <a:rPr lang="en-US" sz="1600" dirty="0" err="1"/>
              <a:t>bepalen</a:t>
            </a:r>
            <a:r>
              <a:rPr lang="en-US" sz="1600" dirty="0"/>
              <a:t> per postcode4 </a:t>
            </a:r>
            <a:r>
              <a:rPr lang="en-US" sz="1600" dirty="0" err="1"/>
              <a:t>gebied</a:t>
            </a:r>
            <a:r>
              <a:rPr lang="en-US" sz="1600" dirty="0"/>
              <a:t> het </a:t>
            </a:r>
            <a:r>
              <a:rPr lang="en-US" sz="1600" b="1" dirty="0" err="1"/>
              <a:t>dichtstbijzijnde</a:t>
            </a:r>
            <a:r>
              <a:rPr lang="en-US" sz="1600" dirty="0"/>
              <a:t> </a:t>
            </a:r>
            <a:r>
              <a:rPr lang="en-US" sz="1600" b="1" dirty="0"/>
              <a:t>station</a:t>
            </a:r>
            <a:r>
              <a:rPr lang="en-US" sz="1600" dirty="0"/>
              <a:t> </a:t>
            </a:r>
            <a:r>
              <a:rPr lang="en-US" sz="1600" dirty="0" err="1"/>
              <a:t>vanuit</a:t>
            </a:r>
            <a:r>
              <a:rPr lang="en-US" sz="1600" dirty="0"/>
              <a:t> het </a:t>
            </a:r>
            <a:r>
              <a:rPr lang="en-US" sz="1600" dirty="0" err="1"/>
              <a:t>middelpunt</a:t>
            </a:r>
            <a:r>
              <a:rPr lang="en-US" sz="1600" dirty="0"/>
              <a:t> van alle </a:t>
            </a:r>
            <a:r>
              <a:rPr lang="en-US" sz="1600" dirty="0" err="1"/>
              <a:t>onderwijsinstellingen</a:t>
            </a:r>
            <a:r>
              <a:rPr lang="en-US" sz="1600" dirty="0"/>
              <a:t> in </a:t>
            </a:r>
            <a:r>
              <a:rPr lang="en-US" sz="1600" dirty="0" err="1"/>
              <a:t>dit</a:t>
            </a:r>
            <a:r>
              <a:rPr lang="en-US" sz="1600" dirty="0"/>
              <a:t> </a:t>
            </a:r>
            <a:r>
              <a:rPr lang="en-US" sz="1600" dirty="0" err="1"/>
              <a:t>gebied</a:t>
            </a:r>
            <a:r>
              <a:rPr lang="en-US" sz="1600" dirty="0"/>
              <a:t>.</a:t>
            </a:r>
          </a:p>
          <a:p>
            <a:r>
              <a:rPr lang="en-US" sz="1600" dirty="0"/>
              <a:t>Van </a:t>
            </a:r>
            <a:r>
              <a:rPr lang="en-US" sz="1600" dirty="0" err="1"/>
              <a:t>ieder</a:t>
            </a:r>
            <a:r>
              <a:rPr lang="en-US" sz="1600" dirty="0"/>
              <a:t> station is het </a:t>
            </a:r>
            <a:r>
              <a:rPr lang="en-US" sz="1600" b="1" dirty="0" err="1"/>
              <a:t>aantal</a:t>
            </a:r>
            <a:r>
              <a:rPr lang="en-US" sz="1600" b="1" dirty="0"/>
              <a:t> in- </a:t>
            </a:r>
            <a:r>
              <a:rPr lang="en-US" sz="1600" b="1" dirty="0" err="1"/>
              <a:t>en</a:t>
            </a:r>
            <a:r>
              <a:rPr lang="en-US" sz="1600" b="1" dirty="0"/>
              <a:t> </a:t>
            </a:r>
            <a:r>
              <a:rPr lang="en-US" sz="1600" b="1" dirty="0" err="1"/>
              <a:t>uitstappers</a:t>
            </a:r>
            <a:r>
              <a:rPr lang="en-US" sz="1600" b="1" dirty="0"/>
              <a:t> </a:t>
            </a:r>
            <a:r>
              <a:rPr lang="en-US" sz="1600" dirty="0" err="1"/>
              <a:t>bekend</a:t>
            </a:r>
            <a:r>
              <a:rPr lang="en-US" sz="1600" dirty="0"/>
              <a:t>.</a:t>
            </a:r>
          </a:p>
        </p:txBody>
      </p:sp>
    </p:spTree>
    <p:extLst>
      <p:ext uri="{BB962C8B-B14F-4D97-AF65-F5344CB8AC3E}">
        <p14:creationId xmlns:p14="http://schemas.microsoft.com/office/powerpoint/2010/main" val="2722345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2FD0E-A910-3726-0293-11ADFDC56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491E5-D8F3-7807-8587-F0CC7F89A6C2}"/>
              </a:ext>
            </a:extLst>
          </p:cNvPr>
          <p:cNvSpPr>
            <a:spLocks noGrp="1"/>
          </p:cNvSpPr>
          <p:nvPr>
            <p:ph type="title"/>
          </p:nvPr>
        </p:nvSpPr>
        <p:spPr/>
        <p:txBody>
          <a:bodyPr/>
          <a:lstStyle/>
          <a:p>
            <a:r>
              <a:rPr lang="en-US" dirty="0" err="1"/>
              <a:t>Hemelsbrede</a:t>
            </a:r>
            <a:r>
              <a:rPr lang="en-US" dirty="0"/>
              <a:t> </a:t>
            </a:r>
            <a:r>
              <a:rPr lang="en-US" dirty="0" err="1"/>
              <a:t>afstand</a:t>
            </a:r>
            <a:r>
              <a:rPr lang="en-US" dirty="0"/>
              <a:t> station-</a:t>
            </a:r>
            <a:r>
              <a:rPr lang="en-US" dirty="0" err="1"/>
              <a:t>onderwijs</a:t>
            </a:r>
            <a:endParaRPr lang="en-US" dirty="0"/>
          </a:p>
        </p:txBody>
      </p:sp>
      <p:sp>
        <p:nvSpPr>
          <p:cNvPr id="3" name="Content Placeholder 2">
            <a:extLst>
              <a:ext uri="{FF2B5EF4-FFF2-40B4-BE49-F238E27FC236}">
                <a16:creationId xmlns:a16="http://schemas.microsoft.com/office/drawing/2014/main" id="{3ED25FC6-D838-9E69-15DA-F27AB60ADE74}"/>
              </a:ext>
            </a:extLst>
          </p:cNvPr>
          <p:cNvSpPr>
            <a:spLocks noGrp="1"/>
          </p:cNvSpPr>
          <p:nvPr>
            <p:ph idx="1"/>
          </p:nvPr>
        </p:nvSpPr>
        <p:spPr/>
        <p:txBody>
          <a:bodyPr/>
          <a:lstStyle/>
          <a:p>
            <a:r>
              <a:rPr lang="en-US" dirty="0"/>
              <a:t>Per postcode4 </a:t>
            </a:r>
            <a:r>
              <a:rPr lang="en-US" dirty="0" err="1"/>
              <a:t>gebied</a:t>
            </a:r>
            <a:r>
              <a:rPr lang="en-US" dirty="0"/>
              <a:t> </a:t>
            </a:r>
            <a:r>
              <a:rPr lang="en-US" dirty="0" err="1"/>
              <a:t>bepalen</a:t>
            </a:r>
            <a:r>
              <a:rPr lang="en-US" dirty="0"/>
              <a:t> we </a:t>
            </a:r>
            <a:r>
              <a:rPr lang="en-US" dirty="0" err="1"/>
              <a:t>een</a:t>
            </a:r>
            <a:r>
              <a:rPr lang="en-US" dirty="0"/>
              <a:t> </a:t>
            </a:r>
            <a:r>
              <a:rPr lang="en-US" dirty="0" err="1"/>
              <a:t>gewogen</a:t>
            </a:r>
            <a:r>
              <a:rPr lang="en-US" dirty="0"/>
              <a:t> </a:t>
            </a:r>
            <a:r>
              <a:rPr lang="en-US" dirty="0" err="1"/>
              <a:t>gemiddelde</a:t>
            </a:r>
            <a:r>
              <a:rPr lang="en-US" dirty="0"/>
              <a:t> </a:t>
            </a:r>
            <a:r>
              <a:rPr lang="en-US" b="1" dirty="0" err="1"/>
              <a:t>hemelsbrede</a:t>
            </a:r>
            <a:r>
              <a:rPr lang="en-US" b="1" dirty="0"/>
              <a:t> </a:t>
            </a:r>
            <a:r>
              <a:rPr lang="en-US" b="1" dirty="0" err="1"/>
              <a:t>afstand</a:t>
            </a:r>
            <a:r>
              <a:rPr lang="en-US" b="1" dirty="0"/>
              <a:t> </a:t>
            </a:r>
            <a:r>
              <a:rPr lang="en-US" dirty="0" err="1"/>
              <a:t>tussen</a:t>
            </a:r>
            <a:r>
              <a:rPr lang="en-US" dirty="0"/>
              <a:t> het </a:t>
            </a:r>
            <a:r>
              <a:rPr lang="en-US" dirty="0" err="1"/>
              <a:t>dichtsbijzijnde</a:t>
            </a:r>
            <a:r>
              <a:rPr lang="en-US" dirty="0"/>
              <a:t> station </a:t>
            </a:r>
            <a:r>
              <a:rPr lang="en-US" dirty="0" err="1"/>
              <a:t>en</a:t>
            </a:r>
            <a:r>
              <a:rPr lang="en-US" dirty="0"/>
              <a:t> de </a:t>
            </a:r>
            <a:r>
              <a:rPr lang="en-US" dirty="0" err="1"/>
              <a:t>onderwijsinstelling</a:t>
            </a:r>
            <a:r>
              <a:rPr lang="en-US" dirty="0"/>
              <a:t>(</a:t>
            </a:r>
            <a:r>
              <a:rPr lang="en-US" dirty="0" err="1"/>
              <a:t>en</a:t>
            </a:r>
            <a:r>
              <a:rPr lang="en-US" dirty="0"/>
              <a:t>). </a:t>
            </a:r>
            <a:r>
              <a:rPr lang="en-US" dirty="0" err="1"/>
              <a:t>Daarbij</a:t>
            </a:r>
            <a:r>
              <a:rPr lang="en-US" dirty="0"/>
              <a:t> </a:t>
            </a:r>
            <a:r>
              <a:rPr lang="en-US" dirty="0" err="1"/>
              <a:t>gebruiken</a:t>
            </a:r>
            <a:r>
              <a:rPr lang="en-US" dirty="0"/>
              <a:t> we </a:t>
            </a:r>
            <a:r>
              <a:rPr lang="en-US" dirty="0" err="1"/>
              <a:t>als</a:t>
            </a:r>
            <a:r>
              <a:rPr lang="en-US" dirty="0"/>
              <a:t> </a:t>
            </a:r>
            <a:r>
              <a:rPr lang="en-US" dirty="0" err="1"/>
              <a:t>weegfactor</a:t>
            </a:r>
            <a:r>
              <a:rPr lang="en-US" dirty="0"/>
              <a:t> het </a:t>
            </a:r>
            <a:r>
              <a:rPr lang="en-US" dirty="0" err="1"/>
              <a:t>aantal</a:t>
            </a:r>
            <a:r>
              <a:rPr lang="en-US" dirty="0"/>
              <a:t> </a:t>
            </a:r>
            <a:r>
              <a:rPr lang="en-US" dirty="0" err="1"/>
              <a:t>leerlingplaatsen</a:t>
            </a:r>
            <a:r>
              <a:rPr lang="en-US" dirty="0"/>
              <a:t> per </a:t>
            </a:r>
            <a:r>
              <a:rPr lang="en-US" dirty="0" err="1"/>
              <a:t>onderwijsinstelling</a:t>
            </a:r>
            <a:r>
              <a:rPr lang="en-US" dirty="0"/>
              <a:t>.</a:t>
            </a:r>
          </a:p>
          <a:p>
            <a:r>
              <a:rPr lang="en-US" dirty="0"/>
              <a:t>De </a:t>
            </a:r>
            <a:r>
              <a:rPr lang="en-US" dirty="0" err="1"/>
              <a:t>echte</a:t>
            </a:r>
            <a:r>
              <a:rPr lang="en-US" dirty="0"/>
              <a:t> </a:t>
            </a:r>
            <a:r>
              <a:rPr lang="en-US" dirty="0" err="1"/>
              <a:t>afgelegde</a:t>
            </a:r>
            <a:r>
              <a:rPr lang="en-US" dirty="0"/>
              <a:t> </a:t>
            </a:r>
            <a:r>
              <a:rPr lang="en-US" dirty="0" err="1"/>
              <a:t>afstand</a:t>
            </a:r>
            <a:r>
              <a:rPr lang="en-US" dirty="0"/>
              <a:t> is </a:t>
            </a:r>
            <a:r>
              <a:rPr lang="en-US" dirty="0" err="1"/>
              <a:t>naar</a:t>
            </a:r>
            <a:r>
              <a:rPr lang="en-US" dirty="0"/>
              <a:t> </a:t>
            </a:r>
            <a:r>
              <a:rPr lang="en-US" dirty="0" err="1"/>
              <a:t>verwachting</a:t>
            </a:r>
            <a:r>
              <a:rPr lang="en-US" dirty="0"/>
              <a:t> </a:t>
            </a:r>
            <a:r>
              <a:rPr lang="en-US" dirty="0" err="1"/>
              <a:t>groter</a:t>
            </a:r>
            <a:r>
              <a:rPr lang="en-US" dirty="0"/>
              <a:t>, </a:t>
            </a:r>
            <a:r>
              <a:rPr lang="en-US" dirty="0" err="1"/>
              <a:t>daarom</a:t>
            </a:r>
            <a:r>
              <a:rPr lang="en-US" dirty="0"/>
              <a:t> </a:t>
            </a:r>
            <a:r>
              <a:rPr lang="en-US" dirty="0" err="1"/>
              <a:t>bepalen</a:t>
            </a:r>
            <a:r>
              <a:rPr lang="en-US" dirty="0"/>
              <a:t> we </a:t>
            </a:r>
            <a:r>
              <a:rPr lang="en-US" dirty="0" err="1"/>
              <a:t>een</a:t>
            </a:r>
            <a:r>
              <a:rPr lang="en-US" dirty="0"/>
              <a:t> </a:t>
            </a:r>
            <a:r>
              <a:rPr lang="en-US" dirty="0" err="1"/>
              <a:t>correctiefactor</a:t>
            </a:r>
            <a:r>
              <a:rPr lang="en-US" dirty="0"/>
              <a:t> op de </a:t>
            </a:r>
            <a:r>
              <a:rPr lang="en-US" dirty="0" err="1"/>
              <a:t>hemelsbrede</a:t>
            </a:r>
            <a:r>
              <a:rPr lang="en-US" dirty="0"/>
              <a:t> </a:t>
            </a:r>
            <a:r>
              <a:rPr lang="en-US" dirty="0" err="1"/>
              <a:t>afstand</a:t>
            </a:r>
            <a:r>
              <a:rPr lang="en-US" dirty="0"/>
              <a:t> op basis van de </a:t>
            </a:r>
            <a:r>
              <a:rPr lang="en-US" dirty="0" err="1"/>
              <a:t>ingevulde</a:t>
            </a:r>
            <a:r>
              <a:rPr lang="en-US" dirty="0"/>
              <a:t> </a:t>
            </a:r>
            <a:r>
              <a:rPr lang="en-US" dirty="0" err="1"/>
              <a:t>loopafstand</a:t>
            </a:r>
            <a:r>
              <a:rPr lang="en-US" dirty="0"/>
              <a:t> </a:t>
            </a:r>
            <a:r>
              <a:rPr lang="en-US" dirty="0" err="1"/>
              <a:t>tussen</a:t>
            </a:r>
            <a:r>
              <a:rPr lang="en-US" dirty="0"/>
              <a:t> station </a:t>
            </a:r>
            <a:r>
              <a:rPr lang="en-US" dirty="0" err="1"/>
              <a:t>en</a:t>
            </a:r>
            <a:r>
              <a:rPr lang="en-US" dirty="0"/>
              <a:t> </a:t>
            </a:r>
            <a:r>
              <a:rPr lang="en-US" dirty="0" err="1"/>
              <a:t>onderwijs</a:t>
            </a:r>
            <a:r>
              <a:rPr lang="en-US" dirty="0"/>
              <a:t> in ODiN.</a:t>
            </a:r>
          </a:p>
          <a:p>
            <a:r>
              <a:rPr lang="en-US" dirty="0"/>
              <a:t>We </a:t>
            </a:r>
            <a:r>
              <a:rPr lang="en-US" dirty="0" err="1"/>
              <a:t>gebruiken</a:t>
            </a:r>
            <a:r>
              <a:rPr lang="en-US" dirty="0"/>
              <a:t> </a:t>
            </a:r>
            <a:r>
              <a:rPr lang="en-US" dirty="0" err="1"/>
              <a:t>daarvoor</a:t>
            </a:r>
            <a:r>
              <a:rPr lang="en-US" dirty="0"/>
              <a:t> alle </a:t>
            </a:r>
            <a:r>
              <a:rPr lang="en-US" dirty="0" err="1"/>
              <a:t>onderwijs</a:t>
            </a:r>
            <a:r>
              <a:rPr lang="en-US" dirty="0"/>
              <a:t> postcode4 </a:t>
            </a:r>
            <a:r>
              <a:rPr lang="en-US" dirty="0" err="1"/>
              <a:t>gebieden</a:t>
            </a:r>
            <a:r>
              <a:rPr lang="en-US" dirty="0"/>
              <a:t> met maar 1 </a:t>
            </a:r>
            <a:r>
              <a:rPr lang="en-US" dirty="0" err="1"/>
              <a:t>onderwijsinstelling</a:t>
            </a:r>
            <a:r>
              <a:rPr lang="en-US" dirty="0"/>
              <a:t> </a:t>
            </a:r>
            <a:r>
              <a:rPr lang="en-US" dirty="0" err="1"/>
              <a:t>waarbij</a:t>
            </a:r>
            <a:r>
              <a:rPr lang="en-US" dirty="0"/>
              <a:t> er in ODiN minimal 3 </a:t>
            </a:r>
            <a:r>
              <a:rPr lang="en-US" dirty="0" err="1"/>
              <a:t>loopritten</a:t>
            </a:r>
            <a:r>
              <a:rPr lang="en-US" dirty="0"/>
              <a:t> </a:t>
            </a:r>
            <a:r>
              <a:rPr lang="en-US" dirty="0" err="1"/>
              <a:t>tussen</a:t>
            </a:r>
            <a:r>
              <a:rPr lang="en-US" dirty="0"/>
              <a:t> </a:t>
            </a:r>
            <a:r>
              <a:rPr lang="en-US" dirty="0" err="1"/>
              <a:t>onderwijs</a:t>
            </a:r>
            <a:r>
              <a:rPr lang="en-US" dirty="0"/>
              <a:t> </a:t>
            </a:r>
            <a:r>
              <a:rPr lang="en-US" dirty="0" err="1"/>
              <a:t>en</a:t>
            </a:r>
            <a:r>
              <a:rPr lang="en-US" dirty="0"/>
              <a:t> station </a:t>
            </a:r>
            <a:r>
              <a:rPr lang="en-US" dirty="0" err="1"/>
              <a:t>zijn</a:t>
            </a:r>
            <a:r>
              <a:rPr lang="en-US" dirty="0"/>
              <a:t> </a:t>
            </a:r>
            <a:r>
              <a:rPr lang="en-US" dirty="0" err="1"/>
              <a:t>geregistreerd</a:t>
            </a:r>
            <a:r>
              <a:rPr lang="en-US" dirty="0"/>
              <a:t>.</a:t>
            </a:r>
          </a:p>
        </p:txBody>
      </p:sp>
      <p:sp>
        <p:nvSpPr>
          <p:cNvPr id="4" name="Date Placeholder 3">
            <a:extLst>
              <a:ext uri="{FF2B5EF4-FFF2-40B4-BE49-F238E27FC236}">
                <a16:creationId xmlns:a16="http://schemas.microsoft.com/office/drawing/2014/main" id="{293BD807-1AAF-F313-5FB2-9DF35B5CC16F}"/>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30C8EDFB-D0E0-2678-2096-2EBFB4DCABA5}"/>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414CB491-A69D-8C37-4BF6-70BB21E63A99}"/>
              </a:ext>
            </a:extLst>
          </p:cNvPr>
          <p:cNvSpPr>
            <a:spLocks noGrp="1"/>
          </p:cNvSpPr>
          <p:nvPr>
            <p:ph type="sldNum" sz="quarter" idx="4"/>
          </p:nvPr>
        </p:nvSpPr>
        <p:spPr/>
        <p:txBody>
          <a:bodyPr/>
          <a:lstStyle/>
          <a:p>
            <a:fld id="{30EB25C8-E9E3-4D25-B37F-35DF7D8D9C13}" type="slidenum">
              <a:rPr lang="nl-NL" smtClean="0"/>
              <a:pPr/>
              <a:t>7</a:t>
            </a:fld>
            <a:endParaRPr lang="nl-NL" dirty="0"/>
          </a:p>
        </p:txBody>
      </p:sp>
    </p:spTree>
    <p:extLst>
      <p:ext uri="{BB962C8B-B14F-4D97-AF65-F5344CB8AC3E}">
        <p14:creationId xmlns:p14="http://schemas.microsoft.com/office/powerpoint/2010/main" val="461295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A66E8-8CF3-5868-E491-ECA86B8F71F7}"/>
              </a:ext>
            </a:extLst>
          </p:cNvPr>
          <p:cNvSpPr>
            <a:spLocks noGrp="1"/>
          </p:cNvSpPr>
          <p:nvPr>
            <p:ph type="title"/>
          </p:nvPr>
        </p:nvSpPr>
        <p:spPr/>
        <p:txBody>
          <a:bodyPr/>
          <a:lstStyle/>
          <a:p>
            <a:r>
              <a:rPr lang="en-US" dirty="0" err="1"/>
              <a:t>Ophoging</a:t>
            </a:r>
            <a:r>
              <a:rPr lang="en-US" dirty="0"/>
              <a:t> </a:t>
            </a:r>
            <a:r>
              <a:rPr lang="en-US" dirty="0" err="1"/>
              <a:t>hemelsbrede</a:t>
            </a:r>
            <a:r>
              <a:rPr lang="en-US" dirty="0"/>
              <a:t> </a:t>
            </a:r>
            <a:r>
              <a:rPr lang="en-US" dirty="0" err="1"/>
              <a:t>afstand</a:t>
            </a:r>
            <a:r>
              <a:rPr lang="en-US" dirty="0"/>
              <a:t> </a:t>
            </a:r>
          </a:p>
        </p:txBody>
      </p:sp>
      <p:sp>
        <p:nvSpPr>
          <p:cNvPr id="4" name="Date Placeholder 3">
            <a:extLst>
              <a:ext uri="{FF2B5EF4-FFF2-40B4-BE49-F238E27FC236}">
                <a16:creationId xmlns:a16="http://schemas.microsoft.com/office/drawing/2014/main" id="{3F186AE7-82D4-13F6-F023-867C23F78001}"/>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03617205-D3F1-491D-9917-0AFB0BB240FD}"/>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DB24776F-781B-0D91-582C-4733AF0DDAB7}"/>
              </a:ext>
            </a:extLst>
          </p:cNvPr>
          <p:cNvSpPr>
            <a:spLocks noGrp="1"/>
          </p:cNvSpPr>
          <p:nvPr>
            <p:ph type="sldNum" sz="quarter" idx="4"/>
          </p:nvPr>
        </p:nvSpPr>
        <p:spPr/>
        <p:txBody>
          <a:bodyPr/>
          <a:lstStyle/>
          <a:p>
            <a:fld id="{30EB25C8-E9E3-4D25-B37F-35DF7D8D9C13}" type="slidenum">
              <a:rPr lang="nl-NL" smtClean="0"/>
              <a:pPr/>
              <a:t>8</a:t>
            </a:fld>
            <a:endParaRPr lang="nl-NL" dirty="0"/>
          </a:p>
        </p:txBody>
      </p:sp>
      <p:sp>
        <p:nvSpPr>
          <p:cNvPr id="7" name="AutoShape 2">
            <a:extLst>
              <a:ext uri="{FF2B5EF4-FFF2-40B4-BE49-F238E27FC236}">
                <a16:creationId xmlns:a16="http://schemas.microsoft.com/office/drawing/2014/main" id="{ED6DA80D-171C-F6D1-D206-0EA7BBEBE16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descr="A graph with a line graph&#10;&#10;AI-generated content may be incorrect.">
            <a:extLst>
              <a:ext uri="{FF2B5EF4-FFF2-40B4-BE49-F238E27FC236}">
                <a16:creationId xmlns:a16="http://schemas.microsoft.com/office/drawing/2014/main" id="{04C4277D-F4D9-EA1A-2746-CAB66EE362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469" y="1587348"/>
            <a:ext cx="8570580" cy="5142348"/>
          </a:xfrm>
          <a:prstGeom prst="rect">
            <a:avLst/>
          </a:prstGeom>
        </p:spPr>
      </p:pic>
      <p:sp>
        <p:nvSpPr>
          <p:cNvPr id="10" name="TextBox 9">
            <a:extLst>
              <a:ext uri="{FF2B5EF4-FFF2-40B4-BE49-F238E27FC236}">
                <a16:creationId xmlns:a16="http://schemas.microsoft.com/office/drawing/2014/main" id="{A408B786-6EA4-F525-C8B3-2EA8E0D46C3D}"/>
              </a:ext>
            </a:extLst>
          </p:cNvPr>
          <p:cNvSpPr txBox="1"/>
          <p:nvPr/>
        </p:nvSpPr>
        <p:spPr>
          <a:xfrm>
            <a:off x="9555883" y="1930215"/>
            <a:ext cx="2252735" cy="3539430"/>
          </a:xfrm>
          <a:prstGeom prst="rect">
            <a:avLst/>
          </a:prstGeom>
          <a:noFill/>
        </p:spPr>
        <p:txBody>
          <a:bodyPr wrap="square" rtlCol="0">
            <a:spAutoFit/>
          </a:bodyPr>
          <a:lstStyle/>
          <a:p>
            <a:r>
              <a:rPr lang="en-US" sz="1600" dirty="0"/>
              <a:t>Van </a:t>
            </a:r>
            <a:r>
              <a:rPr lang="en-US" sz="1600" dirty="0" err="1"/>
              <a:t>deze</a:t>
            </a:r>
            <a:r>
              <a:rPr lang="en-US" sz="1600" dirty="0"/>
              <a:t> 30 </a:t>
            </a:r>
            <a:r>
              <a:rPr lang="en-US" sz="1600" dirty="0" err="1"/>
              <a:t>datapunten</a:t>
            </a:r>
            <a:r>
              <a:rPr lang="en-US" sz="1600" dirty="0"/>
              <a:t> </a:t>
            </a:r>
            <a:r>
              <a:rPr lang="en-US" sz="1600" dirty="0" err="1"/>
              <a:t>bepalen</a:t>
            </a:r>
            <a:r>
              <a:rPr lang="en-US" sz="1600" dirty="0"/>
              <a:t> we de </a:t>
            </a:r>
            <a:r>
              <a:rPr lang="en-US" sz="1600" dirty="0" err="1"/>
              <a:t>verhouding</a:t>
            </a:r>
            <a:r>
              <a:rPr lang="en-US" sz="1600" dirty="0"/>
              <a:t> </a:t>
            </a:r>
            <a:r>
              <a:rPr lang="en-US" sz="1600" dirty="0" err="1"/>
              <a:t>tussen</a:t>
            </a:r>
            <a:r>
              <a:rPr lang="en-US" sz="1600" dirty="0"/>
              <a:t> de ODiN </a:t>
            </a:r>
            <a:r>
              <a:rPr lang="en-US" sz="1600" dirty="0" err="1"/>
              <a:t>afstand</a:t>
            </a:r>
            <a:r>
              <a:rPr lang="en-US" sz="1600" dirty="0"/>
              <a:t> </a:t>
            </a:r>
            <a:r>
              <a:rPr lang="en-US" sz="1600" dirty="0" err="1"/>
              <a:t>en</a:t>
            </a:r>
            <a:r>
              <a:rPr lang="en-US" sz="1600" dirty="0"/>
              <a:t> </a:t>
            </a:r>
            <a:r>
              <a:rPr lang="en-US" sz="1600" dirty="0" err="1"/>
              <a:t>hemelsbrede</a:t>
            </a:r>
            <a:r>
              <a:rPr lang="en-US" sz="1600" dirty="0"/>
              <a:t> </a:t>
            </a:r>
            <a:r>
              <a:rPr lang="en-US" sz="1600" dirty="0" err="1"/>
              <a:t>afstand</a:t>
            </a:r>
            <a:r>
              <a:rPr lang="en-US" sz="1600" dirty="0"/>
              <a:t>. Als </a:t>
            </a:r>
            <a:r>
              <a:rPr lang="en-US" sz="1600" dirty="0" err="1"/>
              <a:t>ophoogfactor</a:t>
            </a:r>
            <a:r>
              <a:rPr lang="en-US" sz="1600" dirty="0"/>
              <a:t> </a:t>
            </a:r>
            <a:r>
              <a:rPr lang="en-US" sz="1600" dirty="0" err="1"/>
              <a:t>gebruiken</a:t>
            </a:r>
            <a:r>
              <a:rPr lang="en-US" sz="1600" dirty="0"/>
              <a:t> we de </a:t>
            </a:r>
            <a:r>
              <a:rPr lang="en-US" sz="1600" dirty="0" err="1"/>
              <a:t>mediaan</a:t>
            </a:r>
            <a:r>
              <a:rPr lang="en-US" sz="1600" dirty="0"/>
              <a:t> van </a:t>
            </a:r>
            <a:r>
              <a:rPr lang="en-US" sz="1600" dirty="0" err="1"/>
              <a:t>deze</a:t>
            </a:r>
            <a:r>
              <a:rPr lang="en-US" sz="1600" dirty="0"/>
              <a:t> </a:t>
            </a:r>
            <a:r>
              <a:rPr lang="en-US" sz="1600" dirty="0" err="1"/>
              <a:t>verhoudingen</a:t>
            </a:r>
            <a:r>
              <a:rPr lang="en-US" sz="1600" dirty="0"/>
              <a:t>: 1.63.</a:t>
            </a:r>
          </a:p>
          <a:p>
            <a:endParaRPr lang="en-US" sz="1600" dirty="0"/>
          </a:p>
          <a:p>
            <a:r>
              <a:rPr lang="en-US" sz="1600" b="1" dirty="0" err="1"/>
              <a:t>afgelegde</a:t>
            </a:r>
            <a:r>
              <a:rPr lang="en-US" sz="1600" b="1" dirty="0"/>
              <a:t> </a:t>
            </a:r>
            <a:r>
              <a:rPr lang="en-US" sz="1600" b="1" dirty="0" err="1"/>
              <a:t>afstand</a:t>
            </a:r>
            <a:r>
              <a:rPr lang="en-US" sz="1600" b="1" dirty="0"/>
              <a:t> = </a:t>
            </a:r>
            <a:r>
              <a:rPr lang="en-US" sz="1600" dirty="0"/>
              <a:t>1.63 * </a:t>
            </a:r>
            <a:r>
              <a:rPr lang="en-US" sz="1600" dirty="0" err="1"/>
              <a:t>hemelsbrede</a:t>
            </a:r>
            <a:r>
              <a:rPr lang="en-US" sz="1600" dirty="0"/>
              <a:t> </a:t>
            </a:r>
            <a:r>
              <a:rPr lang="en-US" sz="1600" dirty="0" err="1"/>
              <a:t>afstand</a:t>
            </a:r>
            <a:endParaRPr lang="en-US" sz="1600" b="1" dirty="0"/>
          </a:p>
        </p:txBody>
      </p:sp>
    </p:spTree>
    <p:extLst>
      <p:ext uri="{BB962C8B-B14F-4D97-AF65-F5344CB8AC3E}">
        <p14:creationId xmlns:p14="http://schemas.microsoft.com/office/powerpoint/2010/main" val="4063559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A3409-F09F-F970-EAB5-B92DD3CFB3B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EDB721F-D3D8-E84A-751C-A4C6AF06603E}"/>
              </a:ext>
            </a:extLst>
          </p:cNvPr>
          <p:cNvSpPr>
            <a:spLocks noGrp="1"/>
          </p:cNvSpPr>
          <p:nvPr>
            <p:ph idx="1"/>
          </p:nvPr>
        </p:nvSpPr>
        <p:spPr>
          <a:xfrm>
            <a:off x="766764" y="1649197"/>
            <a:ext cx="5432998" cy="4264242"/>
          </a:xfrm>
        </p:spPr>
        <p:txBody>
          <a:bodyPr/>
          <a:lstStyle/>
          <a:p>
            <a:r>
              <a:rPr lang="en-US" dirty="0"/>
              <a:t>In de ODiN dataset:</a:t>
            </a:r>
            <a:br>
              <a:rPr lang="en-US" dirty="0"/>
            </a:br>
            <a:r>
              <a:rPr lang="en-US" dirty="0"/>
              <a:t>- 19539 </a:t>
            </a:r>
            <a:r>
              <a:rPr lang="en-US" dirty="0" err="1"/>
              <a:t>verplaatsingen</a:t>
            </a:r>
            <a:r>
              <a:rPr lang="en-US" dirty="0"/>
              <a:t> van/</a:t>
            </a:r>
            <a:r>
              <a:rPr lang="en-US" dirty="0" err="1"/>
              <a:t>naar</a:t>
            </a:r>
            <a:r>
              <a:rPr lang="en-US" dirty="0"/>
              <a:t> </a:t>
            </a:r>
            <a:r>
              <a:rPr lang="en-US" dirty="0" err="1"/>
              <a:t>onderwijs</a:t>
            </a:r>
            <a:br>
              <a:rPr lang="en-US" dirty="0"/>
            </a:br>
            <a:r>
              <a:rPr lang="en-US" dirty="0">
                <a:solidFill>
                  <a:schemeClr val="accent6">
                    <a:lumMod val="75000"/>
                  </a:schemeClr>
                </a:solidFill>
              </a:rPr>
              <a:t>- 1789 postcode </a:t>
            </a:r>
            <a:r>
              <a:rPr lang="en-US" dirty="0" err="1">
                <a:solidFill>
                  <a:schemeClr val="accent6">
                    <a:lumMod val="75000"/>
                  </a:schemeClr>
                </a:solidFill>
              </a:rPr>
              <a:t>gebieden</a:t>
            </a:r>
            <a:endParaRPr lang="en-US" dirty="0">
              <a:solidFill>
                <a:schemeClr val="accent6">
                  <a:lumMod val="75000"/>
                </a:schemeClr>
              </a:solidFill>
            </a:endParaRPr>
          </a:p>
          <a:p>
            <a:r>
              <a:rPr lang="en-US" dirty="0"/>
              <a:t>Maar </a:t>
            </a:r>
            <a:r>
              <a:rPr lang="en-US" dirty="0" err="1"/>
              <a:t>een</a:t>
            </a:r>
            <a:r>
              <a:rPr lang="en-US" dirty="0"/>
              <a:t> </a:t>
            </a:r>
            <a:r>
              <a:rPr lang="en-US" dirty="0" err="1"/>
              <a:t>deel</a:t>
            </a:r>
            <a:r>
              <a:rPr lang="en-US" dirty="0"/>
              <a:t> van </a:t>
            </a:r>
            <a:r>
              <a:rPr lang="en-US" dirty="0" err="1"/>
              <a:t>deze</a:t>
            </a:r>
            <a:r>
              <a:rPr lang="en-US" dirty="0"/>
              <a:t> postcode </a:t>
            </a:r>
            <a:r>
              <a:rPr lang="en-US" dirty="0" err="1"/>
              <a:t>gebieden</a:t>
            </a:r>
            <a:r>
              <a:rPr lang="en-US" dirty="0"/>
              <a:t> </a:t>
            </a:r>
            <a:r>
              <a:rPr lang="en-US" dirty="0" err="1"/>
              <a:t>bevatten</a:t>
            </a:r>
            <a:r>
              <a:rPr lang="en-US" dirty="0"/>
              <a:t> </a:t>
            </a:r>
            <a:r>
              <a:rPr lang="en-US" dirty="0" err="1"/>
              <a:t>onderwijslocaties</a:t>
            </a:r>
            <a:r>
              <a:rPr lang="en-US" dirty="0"/>
              <a:t> in Spectrum: </a:t>
            </a:r>
            <a:br>
              <a:rPr lang="en-US" dirty="0"/>
            </a:br>
            <a:r>
              <a:rPr lang="en-US" dirty="0"/>
              <a:t>- 13999 </a:t>
            </a:r>
            <a:r>
              <a:rPr lang="en-US" dirty="0" err="1"/>
              <a:t>verplaatsingen</a:t>
            </a:r>
            <a:br>
              <a:rPr lang="en-US" dirty="0"/>
            </a:br>
            <a:r>
              <a:rPr lang="en-US" dirty="0">
                <a:solidFill>
                  <a:schemeClr val="accent6"/>
                </a:solidFill>
              </a:rPr>
              <a:t>- 532 postcode </a:t>
            </a:r>
            <a:r>
              <a:rPr lang="en-US" dirty="0" err="1">
                <a:solidFill>
                  <a:schemeClr val="accent6"/>
                </a:solidFill>
              </a:rPr>
              <a:t>gebieden</a:t>
            </a:r>
            <a:endParaRPr lang="en-US" dirty="0">
              <a:solidFill>
                <a:schemeClr val="accent6"/>
              </a:solidFill>
            </a:endParaRPr>
          </a:p>
          <a:p>
            <a:r>
              <a:rPr lang="en-US" dirty="0"/>
              <a:t>Voor </a:t>
            </a:r>
            <a:r>
              <a:rPr lang="en-US" dirty="0" err="1"/>
              <a:t>deze</a:t>
            </a:r>
            <a:r>
              <a:rPr lang="en-US" dirty="0"/>
              <a:t> </a:t>
            </a:r>
            <a:r>
              <a:rPr lang="en-US" dirty="0" err="1"/>
              <a:t>selectie</a:t>
            </a:r>
            <a:r>
              <a:rPr lang="en-US" dirty="0"/>
              <a:t> </a:t>
            </a:r>
            <a:r>
              <a:rPr lang="en-US" dirty="0" err="1"/>
              <a:t>schatten</a:t>
            </a:r>
            <a:r>
              <a:rPr lang="en-US" dirty="0"/>
              <a:t> we per postcode de </a:t>
            </a:r>
            <a:r>
              <a:rPr lang="en-US" dirty="0" err="1"/>
              <a:t>afstand</a:t>
            </a:r>
            <a:r>
              <a:rPr lang="en-US" dirty="0"/>
              <a:t> </a:t>
            </a:r>
            <a:r>
              <a:rPr lang="en-US" dirty="0" err="1"/>
              <a:t>tussen</a:t>
            </a:r>
            <a:r>
              <a:rPr lang="en-US" dirty="0"/>
              <a:t> </a:t>
            </a:r>
            <a:r>
              <a:rPr lang="en-US" dirty="0" err="1"/>
              <a:t>onderwijs</a:t>
            </a:r>
            <a:r>
              <a:rPr lang="en-US" dirty="0"/>
              <a:t> &amp; station</a:t>
            </a:r>
            <a:br>
              <a:rPr lang="en-US" dirty="0"/>
            </a:br>
            <a:r>
              <a:rPr lang="en-US" sz="1200" dirty="0"/>
              <a:t>(per postcode </a:t>
            </a:r>
            <a:r>
              <a:rPr lang="en-US" sz="1200" dirty="0" err="1"/>
              <a:t>gewogen</a:t>
            </a:r>
            <a:r>
              <a:rPr lang="en-US" sz="1200" dirty="0"/>
              <a:t> </a:t>
            </a:r>
            <a:r>
              <a:rPr lang="en-US" sz="1200" dirty="0" err="1"/>
              <a:t>gemiddelde</a:t>
            </a:r>
            <a:r>
              <a:rPr lang="en-US" sz="1200" dirty="0"/>
              <a:t> </a:t>
            </a:r>
            <a:r>
              <a:rPr lang="en-US" sz="1200" dirty="0" err="1"/>
              <a:t>hemelsbrede</a:t>
            </a:r>
            <a:r>
              <a:rPr lang="en-US" sz="1200" dirty="0"/>
              <a:t> </a:t>
            </a:r>
            <a:r>
              <a:rPr lang="en-US" sz="1200" dirty="0" err="1"/>
              <a:t>afstand</a:t>
            </a:r>
            <a:r>
              <a:rPr lang="en-US" sz="1200" dirty="0"/>
              <a:t> tot </a:t>
            </a:r>
            <a:r>
              <a:rPr lang="en-US" sz="1200" dirty="0" err="1"/>
              <a:t>dichtsbijzijnde</a:t>
            </a:r>
            <a:r>
              <a:rPr lang="en-US" sz="1200" dirty="0"/>
              <a:t> station met </a:t>
            </a:r>
            <a:r>
              <a:rPr lang="en-US" sz="1200" dirty="0" err="1"/>
              <a:t>correctiefactor</a:t>
            </a:r>
            <a:r>
              <a:rPr lang="en-US" sz="1200" dirty="0"/>
              <a:t> van 1.63)</a:t>
            </a:r>
            <a:br>
              <a:rPr lang="en-US" dirty="0"/>
            </a:br>
            <a:endParaRPr lang="en-US" dirty="0"/>
          </a:p>
        </p:txBody>
      </p:sp>
      <p:sp>
        <p:nvSpPr>
          <p:cNvPr id="4" name="Date Placeholder 3">
            <a:extLst>
              <a:ext uri="{FF2B5EF4-FFF2-40B4-BE49-F238E27FC236}">
                <a16:creationId xmlns:a16="http://schemas.microsoft.com/office/drawing/2014/main" id="{AC21FBFE-34E0-4645-69BD-F07008083D46}"/>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21E51BE2-C5F0-A5AD-F18E-E51E00442C06}"/>
              </a:ext>
            </a:extLst>
          </p:cNvPr>
          <p:cNvSpPr>
            <a:spLocks noGrp="1"/>
          </p:cNvSpPr>
          <p:nvPr>
            <p:ph type="ftr" sz="quarter" idx="11"/>
          </p:nvPr>
        </p:nvSpPr>
        <p:spPr/>
        <p:txBody>
          <a:bodyPr/>
          <a:lstStyle/>
          <a:p>
            <a:endParaRPr lang="nl-NL" dirty="0"/>
          </a:p>
        </p:txBody>
      </p:sp>
      <p:sp>
        <p:nvSpPr>
          <p:cNvPr id="6" name="Slide Number Placeholder 5">
            <a:extLst>
              <a:ext uri="{FF2B5EF4-FFF2-40B4-BE49-F238E27FC236}">
                <a16:creationId xmlns:a16="http://schemas.microsoft.com/office/drawing/2014/main" id="{529C213D-479D-7D79-ED46-4D2A2498592C}"/>
              </a:ext>
            </a:extLst>
          </p:cNvPr>
          <p:cNvSpPr>
            <a:spLocks noGrp="1"/>
          </p:cNvSpPr>
          <p:nvPr>
            <p:ph type="sldNum" sz="quarter" idx="4"/>
          </p:nvPr>
        </p:nvSpPr>
        <p:spPr/>
        <p:txBody>
          <a:bodyPr/>
          <a:lstStyle/>
          <a:p>
            <a:fld id="{30EB25C8-E9E3-4D25-B37F-35DF7D8D9C13}" type="slidenum">
              <a:rPr lang="nl-NL" smtClean="0"/>
              <a:pPr/>
              <a:t>9</a:t>
            </a:fld>
            <a:endParaRPr lang="nl-NL" dirty="0"/>
          </a:p>
        </p:txBody>
      </p:sp>
      <p:sp>
        <p:nvSpPr>
          <p:cNvPr id="7" name="Title 1">
            <a:extLst>
              <a:ext uri="{FF2B5EF4-FFF2-40B4-BE49-F238E27FC236}">
                <a16:creationId xmlns:a16="http://schemas.microsoft.com/office/drawing/2014/main" id="{FE68F202-758B-D03E-0C69-0ADE27A08FEE}"/>
              </a:ext>
            </a:extLst>
          </p:cNvPr>
          <p:cNvSpPr txBox="1">
            <a:spLocks/>
          </p:cNvSpPr>
          <p:nvPr/>
        </p:nvSpPr>
        <p:spPr>
          <a:xfrm>
            <a:off x="870524" y="795607"/>
            <a:ext cx="10658475" cy="553998"/>
          </a:xfrm>
          <a:prstGeom prst="rect">
            <a:avLst/>
          </a:prstGeom>
        </p:spPr>
        <p:txBody>
          <a:bodyPr vert="horz" wrap="square" lIns="0" tIns="0" rIns="0" bIns="0" rtlCol="0" anchor="b">
            <a:spAutoFit/>
          </a:bodyPr>
          <a:lstStyle>
            <a:lvl1pPr algn="l" defTabSz="914400" rtl="0" eaLnBrk="1" latinLnBrk="0" hangingPunct="1">
              <a:lnSpc>
                <a:spcPct val="100000"/>
              </a:lnSpc>
              <a:spcBef>
                <a:spcPct val="0"/>
              </a:spcBef>
              <a:buNone/>
              <a:defRPr sz="3600" b="1" kern="1200">
                <a:solidFill>
                  <a:schemeClr val="tx1"/>
                </a:solidFill>
                <a:latin typeface="+mj-lt"/>
                <a:ea typeface="+mj-ea"/>
                <a:cs typeface="+mj-cs"/>
              </a:defRPr>
            </a:lvl1pPr>
          </a:lstStyle>
          <a:p>
            <a:r>
              <a:rPr lang="en-US" dirty="0" err="1"/>
              <a:t>Bepalen</a:t>
            </a:r>
            <a:r>
              <a:rPr lang="en-US" dirty="0"/>
              <a:t> </a:t>
            </a:r>
            <a:r>
              <a:rPr lang="en-US" dirty="0" err="1"/>
              <a:t>afstand</a:t>
            </a:r>
            <a:r>
              <a:rPr lang="en-US" dirty="0"/>
              <a:t> </a:t>
            </a:r>
            <a:r>
              <a:rPr lang="en-US" dirty="0" err="1"/>
              <a:t>onderwijs</a:t>
            </a:r>
            <a:r>
              <a:rPr lang="en-US" dirty="0"/>
              <a:t> &amp; station</a:t>
            </a:r>
          </a:p>
        </p:txBody>
      </p:sp>
      <p:pic>
        <p:nvPicPr>
          <p:cNvPr id="10" name="Picture 9">
            <a:extLst>
              <a:ext uri="{FF2B5EF4-FFF2-40B4-BE49-F238E27FC236}">
                <a16:creationId xmlns:a16="http://schemas.microsoft.com/office/drawing/2014/main" id="{E85B98BF-9E64-3A12-443A-9544377F6D3B}"/>
              </a:ext>
            </a:extLst>
          </p:cNvPr>
          <p:cNvPicPr>
            <a:picLocks noChangeAspect="1"/>
          </p:cNvPicPr>
          <p:nvPr/>
        </p:nvPicPr>
        <p:blipFill>
          <a:blip r:embed="rId2"/>
          <a:stretch>
            <a:fillRect/>
          </a:stretch>
        </p:blipFill>
        <p:spPr>
          <a:xfrm>
            <a:off x="6199761" y="1835236"/>
            <a:ext cx="5854489" cy="3892163"/>
          </a:xfrm>
          <a:prstGeom prst="rect">
            <a:avLst/>
          </a:prstGeom>
        </p:spPr>
      </p:pic>
    </p:spTree>
    <p:extLst>
      <p:ext uri="{BB962C8B-B14F-4D97-AF65-F5344CB8AC3E}">
        <p14:creationId xmlns:p14="http://schemas.microsoft.com/office/powerpoint/2010/main" val="2806841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3C46F-2866-F601-D63E-B0A8F38DB0AA}"/>
              </a:ext>
            </a:extLst>
          </p:cNvPr>
          <p:cNvSpPr>
            <a:spLocks noGrp="1"/>
          </p:cNvSpPr>
          <p:nvPr>
            <p:ph type="title"/>
          </p:nvPr>
        </p:nvSpPr>
        <p:spPr/>
        <p:txBody>
          <a:bodyPr/>
          <a:lstStyle/>
          <a:p>
            <a:r>
              <a:rPr lang="en-US" dirty="0" err="1"/>
              <a:t>Bepalen</a:t>
            </a:r>
            <a:r>
              <a:rPr lang="en-US" dirty="0"/>
              <a:t> modal split per </a:t>
            </a:r>
            <a:r>
              <a:rPr lang="en-US" dirty="0" err="1"/>
              <a:t>afstandsbin</a:t>
            </a:r>
            <a:endParaRPr lang="en-US" dirty="0"/>
          </a:p>
        </p:txBody>
      </p:sp>
      <p:pic>
        <p:nvPicPr>
          <p:cNvPr id="9" name="Content Placeholder 8" descr="A graph of different colored squares&#10;&#10;AI-generated content may be incorrect.">
            <a:extLst>
              <a:ext uri="{FF2B5EF4-FFF2-40B4-BE49-F238E27FC236}">
                <a16:creationId xmlns:a16="http://schemas.microsoft.com/office/drawing/2014/main" id="{59C45A64-4F96-4C81-6102-1AA88C51A0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6762" y="1676978"/>
            <a:ext cx="6159332" cy="4619500"/>
          </a:xfrm>
        </p:spPr>
      </p:pic>
      <p:sp>
        <p:nvSpPr>
          <p:cNvPr id="4" name="Date Placeholder 3">
            <a:extLst>
              <a:ext uri="{FF2B5EF4-FFF2-40B4-BE49-F238E27FC236}">
                <a16:creationId xmlns:a16="http://schemas.microsoft.com/office/drawing/2014/main" id="{F1075945-7E9C-8A9C-A503-3DB4AE909994}"/>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BED0E100-364F-1C73-3AB3-5B5A169D1454}"/>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07889BEE-8CAF-D740-F5AA-D1DF90A1F188}"/>
              </a:ext>
            </a:extLst>
          </p:cNvPr>
          <p:cNvSpPr>
            <a:spLocks noGrp="1"/>
          </p:cNvSpPr>
          <p:nvPr>
            <p:ph type="sldNum" sz="quarter" idx="4"/>
          </p:nvPr>
        </p:nvSpPr>
        <p:spPr/>
        <p:txBody>
          <a:bodyPr/>
          <a:lstStyle/>
          <a:p>
            <a:fld id="{30EB25C8-E9E3-4D25-B37F-35DF7D8D9C13}" type="slidenum">
              <a:rPr lang="nl-NL" smtClean="0"/>
              <a:pPr/>
              <a:t>10</a:t>
            </a:fld>
            <a:endParaRPr lang="nl-NL" dirty="0"/>
          </a:p>
        </p:txBody>
      </p:sp>
      <p:sp>
        <p:nvSpPr>
          <p:cNvPr id="12" name="TextBox 11">
            <a:extLst>
              <a:ext uri="{FF2B5EF4-FFF2-40B4-BE49-F238E27FC236}">
                <a16:creationId xmlns:a16="http://schemas.microsoft.com/office/drawing/2014/main" id="{1F050662-0F51-26AB-DA47-9BC771E63C49}"/>
              </a:ext>
            </a:extLst>
          </p:cNvPr>
          <p:cNvSpPr txBox="1"/>
          <p:nvPr/>
        </p:nvSpPr>
        <p:spPr>
          <a:xfrm>
            <a:off x="7742985" y="2053326"/>
            <a:ext cx="3682251" cy="3939540"/>
          </a:xfrm>
          <a:prstGeom prst="rect">
            <a:avLst/>
          </a:prstGeom>
          <a:noFill/>
        </p:spPr>
        <p:txBody>
          <a:bodyPr wrap="square" rtlCol="0">
            <a:spAutoFit/>
          </a:bodyPr>
          <a:lstStyle/>
          <a:p>
            <a:r>
              <a:rPr lang="en-US" dirty="0" err="1"/>
              <a:t>Vervolgens</a:t>
            </a:r>
            <a:r>
              <a:rPr lang="en-US" dirty="0"/>
              <a:t> </a:t>
            </a:r>
            <a:r>
              <a:rPr lang="en-US" dirty="0" err="1"/>
              <a:t>delen</a:t>
            </a:r>
            <a:r>
              <a:rPr lang="en-US" dirty="0"/>
              <a:t> we alle </a:t>
            </a:r>
            <a:r>
              <a:rPr lang="en-US" dirty="0" err="1"/>
              <a:t>verplaatsingen</a:t>
            </a:r>
            <a:r>
              <a:rPr lang="en-US" dirty="0"/>
              <a:t> in in </a:t>
            </a:r>
            <a:r>
              <a:rPr lang="en-US" dirty="0" err="1"/>
              <a:t>een</a:t>
            </a:r>
            <a:r>
              <a:rPr lang="en-US" dirty="0"/>
              <a:t> </a:t>
            </a:r>
            <a:r>
              <a:rPr lang="en-US" dirty="0" err="1"/>
              <a:t>afstandsbin</a:t>
            </a:r>
            <a:r>
              <a:rPr lang="en-US" dirty="0"/>
              <a:t> (</a:t>
            </a:r>
            <a:r>
              <a:rPr lang="en-US" dirty="0" err="1"/>
              <a:t>aantallen</a:t>
            </a:r>
            <a:r>
              <a:rPr lang="en-US" dirty="0"/>
              <a:t> per bin </a:t>
            </a:r>
            <a:r>
              <a:rPr lang="en-US" dirty="0" err="1"/>
              <a:t>staan</a:t>
            </a:r>
            <a:r>
              <a:rPr lang="en-US" dirty="0"/>
              <a:t> </a:t>
            </a:r>
            <a:r>
              <a:rPr lang="en-US" dirty="0" err="1"/>
              <a:t>bovenaan</a:t>
            </a:r>
            <a:r>
              <a:rPr lang="en-US" dirty="0"/>
              <a:t>).</a:t>
            </a:r>
          </a:p>
          <a:p>
            <a:endParaRPr lang="en-US" dirty="0"/>
          </a:p>
          <a:p>
            <a:r>
              <a:rPr lang="en-US" dirty="0"/>
              <a:t>Voor </a:t>
            </a:r>
            <a:r>
              <a:rPr lang="en-US" dirty="0" err="1"/>
              <a:t>iedere</a:t>
            </a:r>
            <a:r>
              <a:rPr lang="en-US" dirty="0"/>
              <a:t> </a:t>
            </a:r>
            <a:r>
              <a:rPr lang="en-US" dirty="0" err="1"/>
              <a:t>afstandsbin</a:t>
            </a:r>
            <a:r>
              <a:rPr lang="en-US" dirty="0"/>
              <a:t> </a:t>
            </a:r>
            <a:r>
              <a:rPr lang="en-US" dirty="0" err="1"/>
              <a:t>bepalen</a:t>
            </a:r>
            <a:r>
              <a:rPr lang="en-US" dirty="0"/>
              <a:t> we de modal split van de </a:t>
            </a:r>
            <a:r>
              <a:rPr lang="en-US" dirty="0" err="1"/>
              <a:t>verplaatsingen</a:t>
            </a:r>
            <a:r>
              <a:rPr lang="en-US" dirty="0"/>
              <a:t> van/</a:t>
            </a:r>
            <a:r>
              <a:rPr lang="en-US" dirty="0" err="1"/>
              <a:t>naar</a:t>
            </a:r>
            <a:r>
              <a:rPr lang="en-US" dirty="0"/>
              <a:t> </a:t>
            </a:r>
            <a:r>
              <a:rPr lang="en-US" dirty="0" err="1"/>
              <a:t>onderwijs</a:t>
            </a:r>
            <a:r>
              <a:rPr lang="en-US" dirty="0"/>
              <a:t>.</a:t>
            </a:r>
            <a:endParaRPr lang="en-US" sz="1600" dirty="0"/>
          </a:p>
          <a:p>
            <a:endParaRPr lang="en-US" sz="1600" dirty="0"/>
          </a:p>
          <a:p>
            <a:r>
              <a:rPr lang="en-US" dirty="0"/>
              <a:t>Het </a:t>
            </a:r>
            <a:r>
              <a:rPr lang="en-US" dirty="0" err="1">
                <a:solidFill>
                  <a:schemeClr val="accent1">
                    <a:lumMod val="60000"/>
                    <a:lumOff val="40000"/>
                  </a:schemeClr>
                </a:solidFill>
              </a:rPr>
              <a:t>aandeel</a:t>
            </a:r>
            <a:r>
              <a:rPr lang="en-US" dirty="0"/>
              <a:t> </a:t>
            </a:r>
            <a:r>
              <a:rPr lang="en-US" dirty="0" err="1">
                <a:solidFill>
                  <a:schemeClr val="accent1">
                    <a:lumMod val="60000"/>
                    <a:lumOff val="40000"/>
                  </a:schemeClr>
                </a:solidFill>
              </a:rPr>
              <a:t>verplaatsingen</a:t>
            </a:r>
            <a:r>
              <a:rPr lang="en-US" dirty="0">
                <a:solidFill>
                  <a:schemeClr val="accent1">
                    <a:lumMod val="60000"/>
                    <a:lumOff val="40000"/>
                  </a:schemeClr>
                </a:solidFill>
              </a:rPr>
              <a:t> met de </a:t>
            </a:r>
            <a:r>
              <a:rPr lang="en-US" dirty="0" err="1">
                <a:solidFill>
                  <a:schemeClr val="accent1">
                    <a:lumMod val="60000"/>
                    <a:lumOff val="40000"/>
                  </a:schemeClr>
                </a:solidFill>
              </a:rPr>
              <a:t>trein</a:t>
            </a:r>
            <a:r>
              <a:rPr lang="en-US" dirty="0"/>
              <a:t> </a:t>
            </a:r>
            <a:r>
              <a:rPr lang="en-US" dirty="0" err="1"/>
              <a:t>afneemt</a:t>
            </a:r>
            <a:r>
              <a:rPr lang="en-US" dirty="0"/>
              <a:t> </a:t>
            </a:r>
            <a:r>
              <a:rPr lang="en-US" dirty="0" err="1"/>
              <a:t>bij</a:t>
            </a:r>
            <a:r>
              <a:rPr lang="en-US" dirty="0"/>
              <a:t> </a:t>
            </a:r>
            <a:r>
              <a:rPr lang="en-US" dirty="0" err="1"/>
              <a:t>een</a:t>
            </a:r>
            <a:r>
              <a:rPr lang="en-US" dirty="0"/>
              <a:t> </a:t>
            </a:r>
            <a:r>
              <a:rPr lang="en-US" dirty="0" err="1"/>
              <a:t>grotere</a:t>
            </a:r>
            <a:r>
              <a:rPr lang="en-US" dirty="0"/>
              <a:t> </a:t>
            </a:r>
            <a:r>
              <a:rPr lang="en-US" dirty="0" err="1"/>
              <a:t>afstand</a:t>
            </a:r>
            <a:r>
              <a:rPr lang="en-US" dirty="0"/>
              <a:t> </a:t>
            </a:r>
            <a:r>
              <a:rPr lang="en-US" dirty="0" err="1"/>
              <a:t>tussen</a:t>
            </a:r>
            <a:r>
              <a:rPr lang="en-US" dirty="0"/>
              <a:t> station </a:t>
            </a:r>
            <a:r>
              <a:rPr lang="en-US" dirty="0" err="1"/>
              <a:t>en</a:t>
            </a:r>
            <a:r>
              <a:rPr lang="en-US" dirty="0"/>
              <a:t> </a:t>
            </a:r>
            <a:r>
              <a:rPr lang="en-US" dirty="0" err="1"/>
              <a:t>onderwijs</a:t>
            </a:r>
            <a:r>
              <a:rPr lang="en-US" dirty="0"/>
              <a:t>.</a:t>
            </a:r>
          </a:p>
        </p:txBody>
      </p:sp>
    </p:spTree>
    <p:extLst>
      <p:ext uri="{BB962C8B-B14F-4D97-AF65-F5344CB8AC3E}">
        <p14:creationId xmlns:p14="http://schemas.microsoft.com/office/powerpoint/2010/main" val="2107938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DB306-ADD1-CD26-A16F-E0D4FA5E7202}"/>
              </a:ext>
            </a:extLst>
          </p:cNvPr>
          <p:cNvSpPr>
            <a:spLocks noGrp="1"/>
          </p:cNvSpPr>
          <p:nvPr>
            <p:ph type="title"/>
          </p:nvPr>
        </p:nvSpPr>
        <p:spPr/>
        <p:txBody>
          <a:bodyPr/>
          <a:lstStyle/>
          <a:p>
            <a:r>
              <a:rPr lang="en-US" dirty="0"/>
              <a:t>Schatten </a:t>
            </a:r>
            <a:r>
              <a:rPr lang="en-US" dirty="0" err="1"/>
              <a:t>functie</a:t>
            </a:r>
            <a:r>
              <a:rPr lang="en-US" dirty="0"/>
              <a:t> – </a:t>
            </a:r>
            <a:r>
              <a:rPr lang="en-US" dirty="0" err="1"/>
              <a:t>aandeel</a:t>
            </a:r>
            <a:r>
              <a:rPr lang="en-US" dirty="0"/>
              <a:t> </a:t>
            </a:r>
            <a:r>
              <a:rPr lang="en-US" dirty="0" err="1"/>
              <a:t>trein</a:t>
            </a:r>
            <a:r>
              <a:rPr lang="en-US" dirty="0"/>
              <a:t> </a:t>
            </a:r>
            <a:r>
              <a:rPr lang="en-US" dirty="0" err="1"/>
              <a:t>naar</a:t>
            </a:r>
            <a:r>
              <a:rPr lang="en-US" dirty="0"/>
              <a:t> </a:t>
            </a:r>
            <a:r>
              <a:rPr lang="en-US" dirty="0" err="1"/>
              <a:t>afstand</a:t>
            </a:r>
            <a:endParaRPr lang="en-US" dirty="0"/>
          </a:p>
        </p:txBody>
      </p:sp>
      <p:sp>
        <p:nvSpPr>
          <p:cNvPr id="4" name="Date Placeholder 3">
            <a:extLst>
              <a:ext uri="{FF2B5EF4-FFF2-40B4-BE49-F238E27FC236}">
                <a16:creationId xmlns:a16="http://schemas.microsoft.com/office/drawing/2014/main" id="{BF8F0C57-BF5E-9D3A-7F33-043C6AA27D74}"/>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CA76CD97-86A1-2482-2B1C-068300E42158}"/>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F88A6DF9-D77C-813D-2DFC-9B830146C2BD}"/>
              </a:ext>
            </a:extLst>
          </p:cNvPr>
          <p:cNvSpPr>
            <a:spLocks noGrp="1"/>
          </p:cNvSpPr>
          <p:nvPr>
            <p:ph type="sldNum" sz="quarter" idx="4"/>
          </p:nvPr>
        </p:nvSpPr>
        <p:spPr/>
        <p:txBody>
          <a:bodyPr/>
          <a:lstStyle/>
          <a:p>
            <a:fld id="{30EB25C8-E9E3-4D25-B37F-35DF7D8D9C13}" type="slidenum">
              <a:rPr lang="nl-NL" smtClean="0"/>
              <a:pPr/>
              <a:t>11</a:t>
            </a:fld>
            <a:endParaRPr lang="nl-NL" dirty="0"/>
          </a:p>
        </p:txBody>
      </p:sp>
      <p:pic>
        <p:nvPicPr>
          <p:cNvPr id="10" name="Content Placeholder 9" descr="A graph with a line&#10;&#10;AI-generated content may be incorrect.">
            <a:extLst>
              <a:ext uri="{FF2B5EF4-FFF2-40B4-BE49-F238E27FC236}">
                <a16:creationId xmlns:a16="http://schemas.microsoft.com/office/drawing/2014/main" id="{97AD1318-BC78-E30B-5FF1-0E4B8F0489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6762" y="1691028"/>
            <a:ext cx="5685366" cy="4264025"/>
          </a:xfrm>
        </p:spPr>
      </p:pic>
      <p:sp>
        <p:nvSpPr>
          <p:cNvPr id="12" name="TextBox 11">
            <a:extLst>
              <a:ext uri="{FF2B5EF4-FFF2-40B4-BE49-F238E27FC236}">
                <a16:creationId xmlns:a16="http://schemas.microsoft.com/office/drawing/2014/main" id="{E371DC05-31FD-D40C-22F7-F5BAFB452B0C}"/>
              </a:ext>
            </a:extLst>
          </p:cNvPr>
          <p:cNvSpPr txBox="1"/>
          <p:nvPr/>
        </p:nvSpPr>
        <p:spPr>
          <a:xfrm>
            <a:off x="6838123" y="2053326"/>
            <a:ext cx="4587114" cy="2062103"/>
          </a:xfrm>
          <a:prstGeom prst="rect">
            <a:avLst/>
          </a:prstGeom>
          <a:noFill/>
        </p:spPr>
        <p:txBody>
          <a:bodyPr wrap="square" rtlCol="0">
            <a:spAutoFit/>
          </a:bodyPr>
          <a:lstStyle/>
          <a:p>
            <a:r>
              <a:rPr lang="en-US" sz="1600" dirty="0"/>
              <a:t>In </a:t>
            </a:r>
            <a:r>
              <a:rPr lang="en-US" sz="1600" dirty="0" err="1"/>
              <a:t>deze</a:t>
            </a:r>
            <a:r>
              <a:rPr lang="en-US" sz="1600" dirty="0"/>
              <a:t> </a:t>
            </a:r>
            <a:r>
              <a:rPr lang="en-US" sz="1600" dirty="0" err="1"/>
              <a:t>grafiek</a:t>
            </a:r>
            <a:r>
              <a:rPr lang="en-US" sz="1600" dirty="0"/>
              <a:t> is het midden van </a:t>
            </a:r>
            <a:r>
              <a:rPr lang="en-US" sz="1600" dirty="0" err="1"/>
              <a:t>iedere</a:t>
            </a:r>
            <a:r>
              <a:rPr lang="en-US" sz="1600" dirty="0"/>
              <a:t> bin </a:t>
            </a:r>
            <a:r>
              <a:rPr lang="en-US" sz="1600" dirty="0" err="1"/>
              <a:t>geplot</a:t>
            </a:r>
            <a:r>
              <a:rPr lang="en-US" sz="1600" dirty="0"/>
              <a:t> </a:t>
            </a:r>
            <a:r>
              <a:rPr lang="en-US" sz="1600" dirty="0" err="1"/>
              <a:t>tegen</a:t>
            </a:r>
            <a:r>
              <a:rPr lang="en-US" sz="1600" dirty="0"/>
              <a:t> het </a:t>
            </a:r>
            <a:r>
              <a:rPr lang="en-US" sz="1600" dirty="0" err="1"/>
              <a:t>bijbehorende</a:t>
            </a:r>
            <a:r>
              <a:rPr lang="en-US" sz="1600" dirty="0"/>
              <a:t> </a:t>
            </a:r>
            <a:r>
              <a:rPr lang="en-US" sz="1600" dirty="0" err="1"/>
              <a:t>aandeel</a:t>
            </a:r>
            <a:r>
              <a:rPr lang="en-US" sz="1600" dirty="0"/>
              <a:t> </a:t>
            </a:r>
            <a:r>
              <a:rPr lang="en-US" sz="1600" dirty="0" err="1"/>
              <a:t>studenten</a:t>
            </a:r>
            <a:r>
              <a:rPr lang="en-US" sz="1600" dirty="0"/>
              <a:t> </a:t>
            </a:r>
            <a:r>
              <a:rPr lang="en-US" sz="1600" dirty="0" err="1"/>
              <a:t>dat</a:t>
            </a:r>
            <a:r>
              <a:rPr lang="en-US" sz="1600" dirty="0"/>
              <a:t> met de </a:t>
            </a:r>
            <a:r>
              <a:rPr lang="en-US" sz="1600" dirty="0" err="1"/>
              <a:t>trein</a:t>
            </a:r>
            <a:r>
              <a:rPr lang="en-US" sz="1600" dirty="0"/>
              <a:t> </a:t>
            </a:r>
            <a:r>
              <a:rPr lang="en-US" sz="1600" dirty="0" err="1"/>
              <a:t>reist</a:t>
            </a:r>
            <a:r>
              <a:rPr lang="en-US" sz="1600" dirty="0"/>
              <a:t>. </a:t>
            </a:r>
          </a:p>
          <a:p>
            <a:endParaRPr lang="en-US" sz="1600" dirty="0"/>
          </a:p>
          <a:p>
            <a:r>
              <a:rPr lang="en-US" sz="1600" dirty="0"/>
              <a:t>Door de </a:t>
            </a:r>
            <a:r>
              <a:rPr lang="en-US" sz="1600" dirty="0" err="1"/>
              <a:t>punten</a:t>
            </a:r>
            <a:r>
              <a:rPr lang="en-US" sz="1600" dirty="0"/>
              <a:t> </a:t>
            </a:r>
            <a:r>
              <a:rPr lang="en-US" sz="1600" dirty="0" err="1"/>
              <a:t>hebben</a:t>
            </a:r>
            <a:r>
              <a:rPr lang="en-US" sz="1600" dirty="0"/>
              <a:t> we </a:t>
            </a:r>
            <a:r>
              <a:rPr lang="en-US" sz="1600" dirty="0" err="1"/>
              <a:t>een</a:t>
            </a:r>
            <a:r>
              <a:rPr lang="en-US" sz="1600" dirty="0"/>
              <a:t> </a:t>
            </a:r>
            <a:r>
              <a:rPr lang="en-US" sz="1600" dirty="0" err="1"/>
              <a:t>exponentiele</a:t>
            </a:r>
            <a:r>
              <a:rPr lang="en-US" sz="1600" dirty="0"/>
              <a:t> </a:t>
            </a:r>
            <a:r>
              <a:rPr lang="en-US" sz="1600" dirty="0" err="1"/>
              <a:t>functie</a:t>
            </a:r>
            <a:r>
              <a:rPr lang="en-US" sz="1600" dirty="0"/>
              <a:t> </a:t>
            </a:r>
            <a:r>
              <a:rPr lang="en-US" sz="1600" dirty="0" err="1"/>
              <a:t>gefit</a:t>
            </a:r>
            <a:r>
              <a:rPr lang="en-US" sz="1600" dirty="0"/>
              <a:t>. </a:t>
            </a:r>
            <a:r>
              <a:rPr lang="en-US" sz="1600" dirty="0" err="1"/>
              <a:t>Deze</a:t>
            </a:r>
            <a:r>
              <a:rPr lang="en-US" sz="1600" dirty="0"/>
              <a:t> </a:t>
            </a:r>
            <a:r>
              <a:rPr lang="en-US" sz="1600" dirty="0" err="1"/>
              <a:t>functie</a:t>
            </a:r>
            <a:r>
              <a:rPr lang="en-US" sz="1600" dirty="0"/>
              <a:t> </a:t>
            </a:r>
            <a:r>
              <a:rPr lang="en-US" sz="1600" dirty="0" err="1"/>
              <a:t>beschrijft</a:t>
            </a:r>
            <a:r>
              <a:rPr lang="en-US" sz="1600" dirty="0"/>
              <a:t> het </a:t>
            </a:r>
            <a:r>
              <a:rPr lang="en-US" sz="1600" dirty="0" err="1"/>
              <a:t>aandeel</a:t>
            </a:r>
            <a:r>
              <a:rPr lang="en-US" sz="1600" dirty="0"/>
              <a:t> </a:t>
            </a:r>
            <a:r>
              <a:rPr lang="en-US" sz="1600" dirty="0" err="1"/>
              <a:t>trein</a:t>
            </a:r>
            <a:r>
              <a:rPr lang="en-US" sz="1600" dirty="0"/>
              <a:t> </a:t>
            </a:r>
            <a:r>
              <a:rPr lang="en-US" sz="1600" dirty="0" err="1"/>
              <a:t>afhankelijk</a:t>
            </a:r>
            <a:r>
              <a:rPr lang="en-US" sz="1600" dirty="0"/>
              <a:t> van de </a:t>
            </a:r>
            <a:r>
              <a:rPr lang="en-US" sz="1600" dirty="0" err="1"/>
              <a:t>afstand</a:t>
            </a:r>
            <a:r>
              <a:rPr lang="en-US" sz="1600" dirty="0"/>
              <a:t> </a:t>
            </a:r>
            <a:r>
              <a:rPr lang="en-US" sz="1600" dirty="0" err="1"/>
              <a:t>tussen</a:t>
            </a:r>
            <a:r>
              <a:rPr lang="en-US" sz="1600" dirty="0"/>
              <a:t> station </a:t>
            </a:r>
            <a:r>
              <a:rPr lang="en-US" sz="1600" dirty="0" err="1"/>
              <a:t>en</a:t>
            </a:r>
            <a:r>
              <a:rPr lang="en-US" sz="1600" dirty="0"/>
              <a:t> </a:t>
            </a:r>
            <a:r>
              <a:rPr lang="en-US" sz="1600" dirty="0" err="1"/>
              <a:t>onderwijs</a:t>
            </a:r>
            <a:r>
              <a:rPr lang="en-US" sz="1600" dirty="0"/>
              <a:t>.</a:t>
            </a:r>
          </a:p>
        </p:txBody>
      </p:sp>
      <p:pic>
        <p:nvPicPr>
          <p:cNvPr id="14" name="Picture 13" descr="A graph with a line&#10;&#10;AI-generated content may be incorrect.">
            <a:extLst>
              <a:ext uri="{FF2B5EF4-FFF2-40B4-BE49-F238E27FC236}">
                <a16:creationId xmlns:a16="http://schemas.microsoft.com/office/drawing/2014/main" id="{D7150016-74B3-DA88-CA56-055BDF77B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5320" y="4325509"/>
            <a:ext cx="2172723" cy="1629543"/>
          </a:xfrm>
          <a:prstGeom prst="rect">
            <a:avLst/>
          </a:prstGeom>
        </p:spPr>
      </p:pic>
    </p:spTree>
    <p:extLst>
      <p:ext uri="{BB962C8B-B14F-4D97-AF65-F5344CB8AC3E}">
        <p14:creationId xmlns:p14="http://schemas.microsoft.com/office/powerpoint/2010/main" val="165969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781D2D-E0C9-C1DD-53B3-8C0710720A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91" y="1213427"/>
            <a:ext cx="5908193" cy="4431145"/>
          </a:xfrm>
          <a:prstGeom prst="rect">
            <a:avLst/>
          </a:prstGeom>
        </p:spPr>
      </p:pic>
      <p:pic>
        <p:nvPicPr>
          <p:cNvPr id="5" name="Picture 4">
            <a:extLst>
              <a:ext uri="{FF2B5EF4-FFF2-40B4-BE49-F238E27FC236}">
                <a16:creationId xmlns:a16="http://schemas.microsoft.com/office/drawing/2014/main" id="{83EB0921-6659-83F1-61AB-F08E6D2FB4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8194" y="1213427"/>
            <a:ext cx="6283806" cy="4712854"/>
          </a:xfrm>
          <a:prstGeom prst="rect">
            <a:avLst/>
          </a:prstGeom>
        </p:spPr>
      </p:pic>
      <p:sp>
        <p:nvSpPr>
          <p:cNvPr id="11" name="Rectangle 10">
            <a:extLst>
              <a:ext uri="{FF2B5EF4-FFF2-40B4-BE49-F238E27FC236}">
                <a16:creationId xmlns:a16="http://schemas.microsoft.com/office/drawing/2014/main" id="{CA49195F-31C3-6499-011C-B8929596BC1C}"/>
              </a:ext>
            </a:extLst>
          </p:cNvPr>
          <p:cNvSpPr/>
          <p:nvPr/>
        </p:nvSpPr>
        <p:spPr>
          <a:xfrm>
            <a:off x="0" y="0"/>
            <a:ext cx="12192000" cy="6858000"/>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Tree>
    <p:extLst>
      <p:ext uri="{BB962C8B-B14F-4D97-AF65-F5344CB8AC3E}">
        <p14:creationId xmlns:p14="http://schemas.microsoft.com/office/powerpoint/2010/main" val="732749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2677A30-D994-D25F-E8D8-370C821048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645391"/>
            <a:ext cx="6393103" cy="4794827"/>
          </a:xfrm>
          <a:prstGeom prst="rect">
            <a:avLst/>
          </a:prstGeom>
        </p:spPr>
      </p:pic>
      <p:pic>
        <p:nvPicPr>
          <p:cNvPr id="4" name="Picture 3">
            <a:extLst>
              <a:ext uri="{FF2B5EF4-FFF2-40B4-BE49-F238E27FC236}">
                <a16:creationId xmlns:a16="http://schemas.microsoft.com/office/drawing/2014/main" id="{42095C92-5CAA-C617-52B3-8D288ECCDC01}"/>
              </a:ext>
            </a:extLst>
          </p:cNvPr>
          <p:cNvPicPr>
            <a:picLocks noChangeAspect="1"/>
          </p:cNvPicPr>
          <p:nvPr/>
        </p:nvPicPr>
        <p:blipFill>
          <a:blip r:embed="rId3"/>
          <a:stretch>
            <a:fillRect/>
          </a:stretch>
        </p:blipFill>
        <p:spPr>
          <a:xfrm>
            <a:off x="7486337" y="645391"/>
            <a:ext cx="2812208" cy="5824495"/>
          </a:xfrm>
          <a:prstGeom prst="rect">
            <a:avLst/>
          </a:prstGeom>
        </p:spPr>
      </p:pic>
      <p:sp>
        <p:nvSpPr>
          <p:cNvPr id="5" name="Rectangle 4">
            <a:extLst>
              <a:ext uri="{FF2B5EF4-FFF2-40B4-BE49-F238E27FC236}">
                <a16:creationId xmlns:a16="http://schemas.microsoft.com/office/drawing/2014/main" id="{B20EE880-78C7-608B-9EFC-C24A7FDC2669}"/>
              </a:ext>
            </a:extLst>
          </p:cNvPr>
          <p:cNvSpPr/>
          <p:nvPr/>
        </p:nvSpPr>
        <p:spPr>
          <a:xfrm>
            <a:off x="0" y="0"/>
            <a:ext cx="12192000" cy="6858000"/>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6" name="TextBox 5">
            <a:extLst>
              <a:ext uri="{FF2B5EF4-FFF2-40B4-BE49-F238E27FC236}">
                <a16:creationId xmlns:a16="http://schemas.microsoft.com/office/drawing/2014/main" id="{8D772961-05F5-D66C-F7F4-3433007E40CD}"/>
              </a:ext>
            </a:extLst>
          </p:cNvPr>
          <p:cNvSpPr txBox="1"/>
          <p:nvPr/>
        </p:nvSpPr>
        <p:spPr>
          <a:xfrm>
            <a:off x="2833884" y="5652655"/>
            <a:ext cx="2183980" cy="646331"/>
          </a:xfrm>
          <a:prstGeom prst="rect">
            <a:avLst/>
          </a:prstGeom>
          <a:noFill/>
        </p:spPr>
        <p:txBody>
          <a:bodyPr wrap="square" rtlCol="0">
            <a:spAutoFit/>
          </a:bodyPr>
          <a:lstStyle/>
          <a:p>
            <a:r>
              <a:rPr lang="en-US" dirty="0" err="1"/>
              <a:t>Zie</a:t>
            </a:r>
            <a:r>
              <a:rPr lang="en-US" dirty="0"/>
              <a:t> </a:t>
            </a:r>
            <a:r>
              <a:rPr lang="en-US" dirty="0" err="1"/>
              <a:t>ook</a:t>
            </a:r>
            <a:r>
              <a:rPr lang="en-US" dirty="0"/>
              <a:t> Excel </a:t>
            </a:r>
            <a:r>
              <a:rPr lang="en-US" dirty="0" err="1"/>
              <a:t>bestand</a:t>
            </a:r>
            <a:endParaRPr lang="en-US" dirty="0"/>
          </a:p>
        </p:txBody>
      </p:sp>
    </p:spTree>
    <p:extLst>
      <p:ext uri="{BB962C8B-B14F-4D97-AF65-F5344CB8AC3E}">
        <p14:creationId xmlns:p14="http://schemas.microsoft.com/office/powerpoint/2010/main" val="465656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58944-0F20-598C-5A04-4C833AF3799A}"/>
              </a:ext>
            </a:extLst>
          </p:cNvPr>
          <p:cNvSpPr>
            <a:spLocks noGrp="1"/>
          </p:cNvSpPr>
          <p:nvPr>
            <p:ph type="title"/>
          </p:nvPr>
        </p:nvSpPr>
        <p:spPr>
          <a:xfrm>
            <a:off x="766762" y="795607"/>
            <a:ext cx="10658475" cy="553998"/>
          </a:xfrm>
        </p:spPr>
        <p:txBody>
          <a:bodyPr/>
          <a:lstStyle/>
          <a:p>
            <a:r>
              <a:rPr lang="en-US" dirty="0" err="1"/>
              <a:t>V</a:t>
            </a:r>
            <a:r>
              <a:rPr lang="en-US" b="1" dirty="0" err="1"/>
              <a:t>erifiëren</a:t>
            </a:r>
            <a:r>
              <a:rPr lang="en-US" dirty="0"/>
              <a:t> </a:t>
            </a:r>
            <a:r>
              <a:rPr lang="en-US" dirty="0" err="1"/>
              <a:t>functie</a:t>
            </a:r>
            <a:endParaRPr lang="en-US" dirty="0"/>
          </a:p>
        </p:txBody>
      </p:sp>
      <p:pic>
        <p:nvPicPr>
          <p:cNvPr id="8" name="Content Placeholder 7" descr="A graph showing a line of different colored dots&#10;&#10;AI-generated content may be incorrect.">
            <a:extLst>
              <a:ext uri="{FF2B5EF4-FFF2-40B4-BE49-F238E27FC236}">
                <a16:creationId xmlns:a16="http://schemas.microsoft.com/office/drawing/2014/main" id="{27A2309F-39BD-2056-D919-0D83704683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6762" y="1649413"/>
            <a:ext cx="5685366" cy="4264025"/>
          </a:xfrm>
        </p:spPr>
      </p:pic>
      <p:sp>
        <p:nvSpPr>
          <p:cNvPr id="4" name="Date Placeholder 3">
            <a:extLst>
              <a:ext uri="{FF2B5EF4-FFF2-40B4-BE49-F238E27FC236}">
                <a16:creationId xmlns:a16="http://schemas.microsoft.com/office/drawing/2014/main" id="{E6F4BC81-79FE-37B9-1DE3-25C9C635E618}"/>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3A8F045D-210E-9C93-437F-217E1178E148}"/>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C72E70B6-4234-3017-C35A-AC73007DC0AF}"/>
              </a:ext>
            </a:extLst>
          </p:cNvPr>
          <p:cNvSpPr>
            <a:spLocks noGrp="1"/>
          </p:cNvSpPr>
          <p:nvPr>
            <p:ph type="sldNum" sz="quarter" idx="4"/>
          </p:nvPr>
        </p:nvSpPr>
        <p:spPr/>
        <p:txBody>
          <a:bodyPr/>
          <a:lstStyle/>
          <a:p>
            <a:fld id="{30EB25C8-E9E3-4D25-B37F-35DF7D8D9C13}" type="slidenum">
              <a:rPr lang="nl-NL" smtClean="0"/>
              <a:pPr/>
              <a:t>14</a:t>
            </a:fld>
            <a:endParaRPr lang="nl-NL" dirty="0"/>
          </a:p>
        </p:txBody>
      </p:sp>
      <p:sp>
        <p:nvSpPr>
          <p:cNvPr id="17" name="TextBox 16">
            <a:extLst>
              <a:ext uri="{FF2B5EF4-FFF2-40B4-BE49-F238E27FC236}">
                <a16:creationId xmlns:a16="http://schemas.microsoft.com/office/drawing/2014/main" id="{E04B5E3D-2AD2-542E-454E-548A2D403DA1}"/>
              </a:ext>
            </a:extLst>
          </p:cNvPr>
          <p:cNvSpPr txBox="1"/>
          <p:nvPr/>
        </p:nvSpPr>
        <p:spPr>
          <a:xfrm>
            <a:off x="6647292" y="1798368"/>
            <a:ext cx="4587114" cy="3046988"/>
          </a:xfrm>
          <a:prstGeom prst="rect">
            <a:avLst/>
          </a:prstGeom>
          <a:noFill/>
        </p:spPr>
        <p:txBody>
          <a:bodyPr wrap="square" rtlCol="0">
            <a:spAutoFit/>
          </a:bodyPr>
          <a:lstStyle/>
          <a:p>
            <a:r>
              <a:rPr lang="en-US" sz="1600" dirty="0"/>
              <a:t>In </a:t>
            </a:r>
            <a:r>
              <a:rPr lang="en-US" sz="1600" dirty="0" err="1"/>
              <a:t>deze</a:t>
            </a:r>
            <a:r>
              <a:rPr lang="en-US" sz="1600" dirty="0"/>
              <a:t> scatterplot is </a:t>
            </a:r>
            <a:r>
              <a:rPr lang="en-US" sz="1600" dirty="0" err="1"/>
              <a:t>voor</a:t>
            </a:r>
            <a:r>
              <a:rPr lang="en-US" sz="1600" dirty="0"/>
              <a:t> alle </a:t>
            </a:r>
            <a:r>
              <a:rPr lang="en-US" sz="1600" dirty="0" err="1"/>
              <a:t>onderwijspostcodes</a:t>
            </a:r>
            <a:r>
              <a:rPr lang="en-US" sz="1600" dirty="0"/>
              <a:t> met </a:t>
            </a:r>
            <a:r>
              <a:rPr lang="en-US" sz="1600" dirty="0" err="1"/>
              <a:t>meer</a:t>
            </a:r>
            <a:r>
              <a:rPr lang="en-US" sz="1600" dirty="0"/>
              <a:t> dan 50 </a:t>
            </a:r>
            <a:r>
              <a:rPr lang="en-US" sz="1600" dirty="0" err="1"/>
              <a:t>verplaatsingen</a:t>
            </a:r>
            <a:r>
              <a:rPr lang="en-US" sz="1600" dirty="0"/>
              <a:t> in ODiN de </a:t>
            </a:r>
            <a:r>
              <a:rPr lang="en-US" sz="1600" dirty="0" err="1"/>
              <a:t>afstand</a:t>
            </a:r>
            <a:r>
              <a:rPr lang="en-US" sz="1600" dirty="0"/>
              <a:t> station-</a:t>
            </a:r>
            <a:r>
              <a:rPr lang="en-US" sz="1600" dirty="0" err="1"/>
              <a:t>onderwijs</a:t>
            </a:r>
            <a:r>
              <a:rPr lang="en-US" sz="1600" dirty="0"/>
              <a:t> </a:t>
            </a:r>
            <a:r>
              <a:rPr lang="en-US" sz="1600" dirty="0" err="1"/>
              <a:t>uitgezet</a:t>
            </a:r>
            <a:r>
              <a:rPr lang="en-US" sz="1600" dirty="0"/>
              <a:t> </a:t>
            </a:r>
            <a:r>
              <a:rPr lang="en-US" sz="1600" dirty="0" err="1"/>
              <a:t>tegen</a:t>
            </a:r>
            <a:r>
              <a:rPr lang="en-US" sz="1600" dirty="0"/>
              <a:t> het </a:t>
            </a:r>
            <a:r>
              <a:rPr lang="en-US" sz="1600" dirty="0" err="1"/>
              <a:t>aandeel</a:t>
            </a:r>
            <a:r>
              <a:rPr lang="en-US" sz="1600" dirty="0"/>
              <a:t> </a:t>
            </a:r>
            <a:r>
              <a:rPr lang="en-US" sz="1600" dirty="0" err="1"/>
              <a:t>dat</a:t>
            </a:r>
            <a:r>
              <a:rPr lang="en-US" sz="1600" dirty="0"/>
              <a:t> met de </a:t>
            </a:r>
            <a:r>
              <a:rPr lang="en-US" sz="1600" dirty="0" err="1"/>
              <a:t>trein</a:t>
            </a:r>
            <a:r>
              <a:rPr lang="en-US" sz="1600" dirty="0"/>
              <a:t> </a:t>
            </a:r>
            <a:r>
              <a:rPr lang="en-US" sz="1600" dirty="0" err="1"/>
              <a:t>komt</a:t>
            </a:r>
            <a:r>
              <a:rPr lang="en-US" sz="1600" dirty="0"/>
              <a:t>.</a:t>
            </a:r>
          </a:p>
          <a:p>
            <a:endParaRPr lang="en-US" sz="1600" dirty="0"/>
          </a:p>
          <a:p>
            <a:r>
              <a:rPr lang="en-US" sz="1600" dirty="0"/>
              <a:t>De </a:t>
            </a:r>
            <a:r>
              <a:rPr lang="en-US" sz="1600" dirty="0" err="1"/>
              <a:t>spreiding</a:t>
            </a:r>
            <a:r>
              <a:rPr lang="en-US" sz="1600" dirty="0"/>
              <a:t> van de </a:t>
            </a:r>
            <a:r>
              <a:rPr lang="en-US" sz="1600" dirty="0" err="1"/>
              <a:t>punten</a:t>
            </a:r>
            <a:r>
              <a:rPr lang="en-US" sz="1600" dirty="0"/>
              <a:t> is </a:t>
            </a:r>
            <a:r>
              <a:rPr lang="en-US" sz="1600" dirty="0" err="1"/>
              <a:t>groot</a:t>
            </a:r>
            <a:r>
              <a:rPr lang="en-US" sz="1600" dirty="0"/>
              <a:t> maar </a:t>
            </a:r>
            <a:r>
              <a:rPr lang="en-US" sz="1600" dirty="0" err="1"/>
              <a:t>valt</a:t>
            </a:r>
            <a:r>
              <a:rPr lang="en-US" sz="1600" dirty="0"/>
              <a:t> </a:t>
            </a:r>
            <a:r>
              <a:rPr lang="en-US" sz="1600" dirty="0" err="1"/>
              <a:t>deels</a:t>
            </a:r>
            <a:r>
              <a:rPr lang="en-US" sz="1600" dirty="0"/>
              <a:t> </a:t>
            </a:r>
            <a:r>
              <a:rPr lang="en-US" sz="1600" dirty="0" err="1"/>
              <a:t>wel</a:t>
            </a:r>
            <a:r>
              <a:rPr lang="en-US" sz="1600" dirty="0"/>
              <a:t> </a:t>
            </a:r>
            <a:r>
              <a:rPr lang="en-US" sz="1600" dirty="0" err="1"/>
              <a:t>binnen</a:t>
            </a:r>
            <a:r>
              <a:rPr lang="en-US" sz="1600" dirty="0"/>
              <a:t> het </a:t>
            </a:r>
            <a:r>
              <a:rPr lang="en-US" sz="1600" dirty="0" err="1"/>
              <a:t>binomiaal</a:t>
            </a:r>
            <a:r>
              <a:rPr lang="en-US" sz="1600" dirty="0"/>
              <a:t> </a:t>
            </a:r>
            <a:r>
              <a:rPr lang="en-US" sz="1600" dirty="0" err="1"/>
              <a:t>berekende</a:t>
            </a:r>
            <a:r>
              <a:rPr lang="en-US" sz="1600" dirty="0"/>
              <a:t> </a:t>
            </a:r>
            <a:r>
              <a:rPr lang="en-US" sz="1600" dirty="0" err="1"/>
              <a:t>betrouwbaarheidsinterval</a:t>
            </a:r>
            <a:r>
              <a:rPr lang="en-US" sz="1600" dirty="0"/>
              <a:t> </a:t>
            </a:r>
            <a:r>
              <a:rPr lang="en-US" sz="1600" dirty="0" err="1"/>
              <a:t>rondom</a:t>
            </a:r>
            <a:r>
              <a:rPr lang="en-US" sz="1600" dirty="0"/>
              <a:t> de </a:t>
            </a:r>
            <a:r>
              <a:rPr lang="en-US" sz="1600" dirty="0" err="1"/>
              <a:t>geschatte</a:t>
            </a:r>
            <a:r>
              <a:rPr lang="en-US" sz="1600" dirty="0"/>
              <a:t> </a:t>
            </a:r>
            <a:r>
              <a:rPr lang="en-US" sz="1600" dirty="0" err="1"/>
              <a:t>functie</a:t>
            </a:r>
            <a:r>
              <a:rPr lang="en-US" sz="1600" dirty="0"/>
              <a:t> </a:t>
            </a:r>
            <a:r>
              <a:rPr lang="en-US" sz="1600" dirty="0" err="1"/>
              <a:t>voor</a:t>
            </a:r>
            <a:r>
              <a:rPr lang="en-US" sz="1600" dirty="0"/>
              <a:t> n=50.</a:t>
            </a:r>
          </a:p>
          <a:p>
            <a:endParaRPr lang="en-US" sz="1600" dirty="0"/>
          </a:p>
          <a:p>
            <a:endParaRPr lang="en-US" sz="1600" dirty="0"/>
          </a:p>
        </p:txBody>
      </p:sp>
      <p:pic>
        <p:nvPicPr>
          <p:cNvPr id="13" name="Picture 12" descr="A graph of a graph showing a line of different colored dots&#10;&#10;AI-generated content may be incorrect.">
            <a:extLst>
              <a:ext uri="{FF2B5EF4-FFF2-40B4-BE49-F238E27FC236}">
                <a16:creationId xmlns:a16="http://schemas.microsoft.com/office/drawing/2014/main" id="{67CB0C67-C32D-0A0F-5632-AEF8EE022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762" y="1649197"/>
            <a:ext cx="5685366" cy="4264025"/>
          </a:xfrm>
          <a:prstGeom prst="rect">
            <a:avLst/>
          </a:prstGeom>
        </p:spPr>
      </p:pic>
    </p:spTree>
    <p:extLst>
      <p:ext uri="{BB962C8B-B14F-4D97-AF65-F5344CB8AC3E}">
        <p14:creationId xmlns:p14="http://schemas.microsoft.com/office/powerpoint/2010/main" val="3341923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4C715-7E2A-6B2E-D768-897D70DB7F43}"/>
              </a:ext>
            </a:extLst>
          </p:cNvPr>
          <p:cNvSpPr>
            <a:spLocks noGrp="1"/>
          </p:cNvSpPr>
          <p:nvPr>
            <p:ph type="title"/>
          </p:nvPr>
        </p:nvSpPr>
        <p:spPr/>
        <p:txBody>
          <a:bodyPr/>
          <a:lstStyle/>
          <a:p>
            <a:r>
              <a:rPr lang="en-US" dirty="0" err="1"/>
              <a:t>Afhankelijkheid</a:t>
            </a:r>
            <a:r>
              <a:rPr lang="en-US" dirty="0"/>
              <a:t> van type </a:t>
            </a:r>
            <a:r>
              <a:rPr lang="en-US" dirty="0" err="1"/>
              <a:t>onderwijslocatie</a:t>
            </a:r>
            <a:endParaRPr lang="en-US" dirty="0"/>
          </a:p>
        </p:txBody>
      </p:sp>
      <p:sp>
        <p:nvSpPr>
          <p:cNvPr id="4" name="Date Placeholder 3">
            <a:extLst>
              <a:ext uri="{FF2B5EF4-FFF2-40B4-BE49-F238E27FC236}">
                <a16:creationId xmlns:a16="http://schemas.microsoft.com/office/drawing/2014/main" id="{9E946072-9DCE-9ECE-DF2C-FCAFB1D7245F}"/>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8CAEC7CD-0593-21AA-4FE2-B379CC97104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AFD81B7E-F356-95DE-5EFA-5DA14D083F3A}"/>
              </a:ext>
            </a:extLst>
          </p:cNvPr>
          <p:cNvSpPr>
            <a:spLocks noGrp="1"/>
          </p:cNvSpPr>
          <p:nvPr>
            <p:ph type="sldNum" sz="quarter" idx="4"/>
          </p:nvPr>
        </p:nvSpPr>
        <p:spPr/>
        <p:txBody>
          <a:bodyPr/>
          <a:lstStyle/>
          <a:p>
            <a:fld id="{30EB25C8-E9E3-4D25-B37F-35DF7D8D9C13}" type="slidenum">
              <a:rPr lang="nl-NL" smtClean="0"/>
              <a:pPr/>
              <a:t>15</a:t>
            </a:fld>
            <a:endParaRPr lang="nl-NL" dirty="0"/>
          </a:p>
        </p:txBody>
      </p:sp>
      <p:pic>
        <p:nvPicPr>
          <p:cNvPr id="16" name="Content Placeholder 15" descr="A graph of different colored dots&#10;&#10;AI-generated content may be incorrect.">
            <a:extLst>
              <a:ext uri="{FF2B5EF4-FFF2-40B4-BE49-F238E27FC236}">
                <a16:creationId xmlns:a16="http://schemas.microsoft.com/office/drawing/2014/main" id="{FD2BCC1A-1761-59F6-8052-EC23FAD1DF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6762" y="1649413"/>
            <a:ext cx="5685366" cy="4264025"/>
          </a:xfrm>
        </p:spPr>
      </p:pic>
      <p:sp>
        <p:nvSpPr>
          <p:cNvPr id="17" name="TextBox 16">
            <a:extLst>
              <a:ext uri="{FF2B5EF4-FFF2-40B4-BE49-F238E27FC236}">
                <a16:creationId xmlns:a16="http://schemas.microsoft.com/office/drawing/2014/main" id="{64D9B3D3-50E4-4C5F-0A39-7B6CFCB5A90B}"/>
              </a:ext>
            </a:extLst>
          </p:cNvPr>
          <p:cNvSpPr txBox="1"/>
          <p:nvPr/>
        </p:nvSpPr>
        <p:spPr>
          <a:xfrm>
            <a:off x="6647292" y="1798368"/>
            <a:ext cx="4587114" cy="4278094"/>
          </a:xfrm>
          <a:prstGeom prst="rect">
            <a:avLst/>
          </a:prstGeom>
          <a:noFill/>
        </p:spPr>
        <p:txBody>
          <a:bodyPr wrap="square" rtlCol="0">
            <a:spAutoFit/>
          </a:bodyPr>
          <a:lstStyle/>
          <a:p>
            <a:r>
              <a:rPr lang="en-US" sz="1600" dirty="0"/>
              <a:t>In </a:t>
            </a:r>
            <a:r>
              <a:rPr lang="en-US" sz="1600" dirty="0" err="1"/>
              <a:t>deze</a:t>
            </a:r>
            <a:r>
              <a:rPr lang="en-US" sz="1600" dirty="0"/>
              <a:t> scatterplot </a:t>
            </a:r>
            <a:r>
              <a:rPr lang="en-US" sz="1600" dirty="0" err="1"/>
              <a:t>zijn</a:t>
            </a:r>
            <a:r>
              <a:rPr lang="en-US" sz="1600" dirty="0"/>
              <a:t> de </a:t>
            </a:r>
            <a:r>
              <a:rPr lang="en-US" sz="1600" dirty="0" err="1"/>
              <a:t>punten</a:t>
            </a:r>
            <a:r>
              <a:rPr lang="en-US" sz="1600" dirty="0"/>
              <a:t> </a:t>
            </a:r>
            <a:r>
              <a:rPr lang="en-US" sz="1600" dirty="0" err="1"/>
              <a:t>gekleurd</a:t>
            </a:r>
            <a:r>
              <a:rPr lang="en-US" sz="1600" dirty="0"/>
              <a:t> op type </a:t>
            </a:r>
            <a:r>
              <a:rPr lang="en-US" sz="1600" dirty="0" err="1"/>
              <a:t>onderwijs</a:t>
            </a:r>
            <a:r>
              <a:rPr lang="en-US" sz="1600" dirty="0"/>
              <a:t> </a:t>
            </a:r>
            <a:r>
              <a:rPr lang="en-US" sz="1600" dirty="0" err="1"/>
              <a:t>binnen</a:t>
            </a:r>
            <a:r>
              <a:rPr lang="en-US" sz="1600" dirty="0"/>
              <a:t> het postcode </a:t>
            </a:r>
            <a:r>
              <a:rPr lang="en-US" sz="1600" dirty="0" err="1"/>
              <a:t>gebied</a:t>
            </a:r>
            <a:r>
              <a:rPr lang="en-US" sz="1600" dirty="0"/>
              <a:t>.</a:t>
            </a:r>
            <a:br>
              <a:rPr lang="en-US" sz="1600" dirty="0"/>
            </a:br>
            <a:r>
              <a:rPr lang="en-US" sz="1600" dirty="0" err="1"/>
              <a:t>Dit</a:t>
            </a:r>
            <a:r>
              <a:rPr lang="en-US" sz="1600" dirty="0"/>
              <a:t> </a:t>
            </a:r>
            <a:r>
              <a:rPr lang="en-US" sz="1600" dirty="0" err="1"/>
              <a:t>kan</a:t>
            </a:r>
            <a:r>
              <a:rPr lang="en-US" sz="1600" dirty="0"/>
              <a:t> </a:t>
            </a:r>
            <a:r>
              <a:rPr lang="en-US" sz="1600" dirty="0" err="1"/>
              <a:t>zijn</a:t>
            </a:r>
            <a:r>
              <a:rPr lang="en-US" sz="1600" dirty="0"/>
              <a:t> HO (=HBO + Universiteit), MBO, of </a:t>
            </a:r>
            <a:r>
              <a:rPr lang="en-US" sz="1600" dirty="0" err="1"/>
              <a:t>zowel</a:t>
            </a:r>
            <a:r>
              <a:rPr lang="en-US" sz="1600" dirty="0"/>
              <a:t> HO </a:t>
            </a:r>
            <a:r>
              <a:rPr lang="en-US" sz="1600" dirty="0" err="1"/>
              <a:t>als</a:t>
            </a:r>
            <a:r>
              <a:rPr lang="en-US" sz="1600" dirty="0"/>
              <a:t> MBO.</a:t>
            </a:r>
          </a:p>
          <a:p>
            <a:endParaRPr lang="en-US" sz="1600" dirty="0"/>
          </a:p>
          <a:p>
            <a:r>
              <a:rPr lang="en-US" sz="1600" dirty="0"/>
              <a:t>Het </a:t>
            </a:r>
            <a:r>
              <a:rPr lang="en-US" sz="1600" dirty="0" err="1"/>
              <a:t>aandeel</a:t>
            </a:r>
            <a:r>
              <a:rPr lang="en-US" sz="1600" dirty="0"/>
              <a:t> </a:t>
            </a:r>
            <a:r>
              <a:rPr lang="en-US" sz="1600" dirty="0" err="1"/>
              <a:t>dat</a:t>
            </a:r>
            <a:r>
              <a:rPr lang="en-US" sz="1600" dirty="0"/>
              <a:t> met de </a:t>
            </a:r>
            <a:r>
              <a:rPr lang="en-US" sz="1600" dirty="0" err="1"/>
              <a:t>trein</a:t>
            </a:r>
            <a:r>
              <a:rPr lang="en-US" sz="1600" dirty="0"/>
              <a:t> </a:t>
            </a:r>
            <a:r>
              <a:rPr lang="en-US" sz="1600" dirty="0" err="1"/>
              <a:t>komt</a:t>
            </a:r>
            <a:r>
              <a:rPr lang="en-US" sz="1600" dirty="0"/>
              <a:t> </a:t>
            </a:r>
            <a:r>
              <a:rPr lang="en-US" sz="1600" dirty="0" err="1"/>
              <a:t>lijkt</a:t>
            </a:r>
            <a:r>
              <a:rPr lang="en-US" sz="1600" dirty="0"/>
              <a:t> lager </a:t>
            </a:r>
            <a:r>
              <a:rPr lang="en-US" sz="1600" dirty="0" err="1"/>
              <a:t>te</a:t>
            </a:r>
            <a:r>
              <a:rPr lang="en-US" sz="1600" dirty="0"/>
              <a:t> </a:t>
            </a:r>
            <a:r>
              <a:rPr lang="en-US" sz="1600" dirty="0" err="1"/>
              <a:t>liggen</a:t>
            </a:r>
            <a:r>
              <a:rPr lang="en-US" sz="1600" dirty="0"/>
              <a:t> </a:t>
            </a:r>
            <a:r>
              <a:rPr lang="en-US" sz="1600" dirty="0" err="1"/>
              <a:t>voor</a:t>
            </a:r>
            <a:r>
              <a:rPr lang="en-US" sz="1600" dirty="0"/>
              <a:t> HO tov MBO, </a:t>
            </a:r>
            <a:r>
              <a:rPr lang="en-US" sz="1600" dirty="0" err="1"/>
              <a:t>mogelijk</a:t>
            </a:r>
            <a:r>
              <a:rPr lang="en-US" sz="1600" dirty="0"/>
              <a:t> door </a:t>
            </a:r>
            <a:r>
              <a:rPr lang="en-US" sz="1600" dirty="0" err="1"/>
              <a:t>meer</a:t>
            </a:r>
            <a:r>
              <a:rPr lang="en-US" sz="1600" dirty="0"/>
              <a:t> </a:t>
            </a:r>
            <a:r>
              <a:rPr lang="en-US" sz="1600" dirty="0" err="1"/>
              <a:t>uitwonenende</a:t>
            </a:r>
            <a:r>
              <a:rPr lang="en-US" sz="1600" dirty="0"/>
              <a:t> </a:t>
            </a:r>
            <a:r>
              <a:rPr lang="en-US" sz="1600" dirty="0" err="1"/>
              <a:t>studenten</a:t>
            </a:r>
            <a:r>
              <a:rPr lang="en-US" sz="1600" dirty="0"/>
              <a:t>. </a:t>
            </a:r>
            <a:r>
              <a:rPr lang="en-US" sz="1600" i="1" dirty="0"/>
              <a:t>Is het </a:t>
            </a:r>
            <a:r>
              <a:rPr lang="en-US" sz="1600" i="1" dirty="0" err="1"/>
              <a:t>nodig</a:t>
            </a:r>
            <a:r>
              <a:rPr lang="en-US" sz="1600" i="1" dirty="0"/>
              <a:t> om </a:t>
            </a:r>
            <a:r>
              <a:rPr lang="en-US" sz="1600" i="1" dirty="0" err="1"/>
              <a:t>onderscheid</a:t>
            </a:r>
            <a:r>
              <a:rPr lang="en-US" sz="1600" i="1" dirty="0"/>
              <a:t> </a:t>
            </a:r>
            <a:r>
              <a:rPr lang="en-US" sz="1600" i="1" dirty="0" err="1"/>
              <a:t>te</a:t>
            </a:r>
            <a:r>
              <a:rPr lang="en-US" sz="1600" i="1" dirty="0"/>
              <a:t> </a:t>
            </a:r>
            <a:r>
              <a:rPr lang="en-US" sz="1600" i="1" dirty="0" err="1"/>
              <a:t>kunnen</a:t>
            </a:r>
            <a:r>
              <a:rPr lang="en-US" sz="1600" i="1" dirty="0"/>
              <a:t> </a:t>
            </a:r>
            <a:r>
              <a:rPr lang="en-US" sz="1600" i="1" dirty="0" err="1"/>
              <a:t>maken</a:t>
            </a:r>
            <a:r>
              <a:rPr lang="en-US" sz="1600" i="1" dirty="0"/>
              <a:t> </a:t>
            </a:r>
            <a:r>
              <a:rPr lang="en-US" sz="1600" i="1" dirty="0" err="1"/>
              <a:t>tussen</a:t>
            </a:r>
            <a:r>
              <a:rPr lang="en-US" sz="1600" i="1" dirty="0"/>
              <a:t> HBO &amp; Universiteit? (</a:t>
            </a:r>
            <a:r>
              <a:rPr lang="en-US" sz="1600" i="1" dirty="0" err="1"/>
              <a:t>kan</a:t>
            </a:r>
            <a:r>
              <a:rPr lang="en-US" sz="1600" i="1" dirty="0"/>
              <a:t> </a:t>
            </a:r>
            <a:r>
              <a:rPr lang="en-US" sz="1600" i="1" dirty="0" err="1"/>
              <a:t>obv</a:t>
            </a:r>
            <a:r>
              <a:rPr lang="en-US" sz="1600" i="1" dirty="0"/>
              <a:t> DUO data, zit nu </a:t>
            </a:r>
            <a:r>
              <a:rPr lang="en-US" sz="1600" i="1" dirty="0" err="1"/>
              <a:t>niet</a:t>
            </a:r>
            <a:r>
              <a:rPr lang="en-US" sz="1600" i="1" dirty="0"/>
              <a:t> op </a:t>
            </a:r>
            <a:r>
              <a:rPr lang="en-US" sz="1600" i="1" dirty="0" err="1"/>
              <a:t>deze</a:t>
            </a:r>
            <a:r>
              <a:rPr lang="en-US" sz="1600" i="1" dirty="0"/>
              <a:t> </a:t>
            </a:r>
            <a:r>
              <a:rPr lang="en-US" sz="1600" i="1" dirty="0" err="1"/>
              <a:t>manier</a:t>
            </a:r>
            <a:r>
              <a:rPr lang="en-US" sz="1600" i="1" dirty="0"/>
              <a:t> in Spectrum)</a:t>
            </a:r>
            <a:endParaRPr lang="en-US" sz="1600" dirty="0"/>
          </a:p>
          <a:p>
            <a:endParaRPr lang="en-US" sz="1600" dirty="0"/>
          </a:p>
          <a:p>
            <a:r>
              <a:rPr lang="en-US" sz="1600" dirty="0"/>
              <a:t>Op </a:t>
            </a:r>
            <a:r>
              <a:rPr lang="en-US" sz="1600" dirty="0" err="1"/>
              <a:t>volgende</a:t>
            </a:r>
            <a:r>
              <a:rPr lang="en-US" sz="1600" dirty="0"/>
              <a:t> slide </a:t>
            </a:r>
            <a:r>
              <a:rPr lang="en-US" sz="1600" dirty="0" err="1"/>
              <a:t>voor</a:t>
            </a:r>
            <a:r>
              <a:rPr lang="en-US" sz="1600" dirty="0"/>
              <a:t> alle postcodes het </a:t>
            </a:r>
            <a:r>
              <a:rPr lang="en-US" sz="1600" dirty="0" err="1"/>
              <a:t>bijbehorende</a:t>
            </a:r>
            <a:r>
              <a:rPr lang="en-US" sz="1600" dirty="0"/>
              <a:t> </a:t>
            </a:r>
            <a:r>
              <a:rPr lang="en-US" sz="1600" dirty="0" err="1"/>
              <a:t>dichtsbijzijnde</a:t>
            </a:r>
            <a:r>
              <a:rPr lang="en-US" sz="1600" dirty="0"/>
              <a:t> station </a:t>
            </a:r>
            <a:r>
              <a:rPr lang="en-US" sz="1600" dirty="0" err="1"/>
              <a:t>als</a:t>
            </a:r>
            <a:r>
              <a:rPr lang="en-US" sz="1600" dirty="0"/>
              <a:t> label </a:t>
            </a:r>
            <a:r>
              <a:rPr lang="en-US" sz="1600" dirty="0" err="1"/>
              <a:t>als</a:t>
            </a:r>
            <a:r>
              <a:rPr lang="en-US" sz="1600" dirty="0"/>
              <a:t> de </a:t>
            </a:r>
            <a:r>
              <a:rPr lang="en-US" sz="1600" dirty="0" err="1"/>
              <a:t>stad</a:t>
            </a:r>
            <a:r>
              <a:rPr lang="en-US" sz="1600" dirty="0"/>
              <a:t> </a:t>
            </a:r>
            <a:r>
              <a:rPr lang="en-US" sz="1600" dirty="0" err="1"/>
              <a:t>een</a:t>
            </a:r>
            <a:r>
              <a:rPr lang="en-US" sz="1600" dirty="0"/>
              <a:t> Universiteit-</a:t>
            </a:r>
            <a:r>
              <a:rPr lang="en-US" sz="1600" dirty="0" err="1"/>
              <a:t>stad</a:t>
            </a:r>
            <a:r>
              <a:rPr lang="en-US" sz="1600" dirty="0"/>
              <a:t> is.</a:t>
            </a:r>
          </a:p>
          <a:p>
            <a:endParaRPr lang="en-US" sz="1600" dirty="0"/>
          </a:p>
          <a:p>
            <a:endParaRPr lang="en-US" sz="1600" dirty="0"/>
          </a:p>
        </p:txBody>
      </p:sp>
    </p:spTree>
    <p:extLst>
      <p:ext uri="{BB962C8B-B14F-4D97-AF65-F5344CB8AC3E}">
        <p14:creationId xmlns:p14="http://schemas.microsoft.com/office/powerpoint/2010/main" val="1969472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11" descr="A diagram of a graph&#10;&#10;AI-generated content may be incorrect.">
            <a:extLst>
              <a:ext uri="{FF2B5EF4-FFF2-40B4-BE49-F238E27FC236}">
                <a16:creationId xmlns:a16="http://schemas.microsoft.com/office/drawing/2014/main" id="{BB8D7C08-2D20-704E-1D28-79E35B46FC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5475" y="0"/>
            <a:ext cx="9061050" cy="6795788"/>
          </a:xfrm>
          <a:prstGeom prst="rect">
            <a:avLst/>
          </a:prstGeom>
        </p:spPr>
      </p:pic>
      <p:sp>
        <p:nvSpPr>
          <p:cNvPr id="2" name="Rectangle 1">
            <a:extLst>
              <a:ext uri="{FF2B5EF4-FFF2-40B4-BE49-F238E27FC236}">
                <a16:creationId xmlns:a16="http://schemas.microsoft.com/office/drawing/2014/main" id="{CD59A30F-D285-E2E9-0924-B18C9EFAF1A2}"/>
              </a:ext>
            </a:extLst>
          </p:cNvPr>
          <p:cNvSpPr/>
          <p:nvPr/>
        </p:nvSpPr>
        <p:spPr>
          <a:xfrm>
            <a:off x="9231464" y="3888188"/>
            <a:ext cx="540689" cy="2782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Tree>
    <p:extLst>
      <p:ext uri="{BB962C8B-B14F-4D97-AF65-F5344CB8AC3E}">
        <p14:creationId xmlns:p14="http://schemas.microsoft.com/office/powerpoint/2010/main" val="4076649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CE039-B620-74B6-D309-A6BF6FF24C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CDF47F2-9F14-3EA5-D70C-2775C9BD5A1A}"/>
              </a:ext>
            </a:extLst>
          </p:cNvPr>
          <p:cNvSpPr/>
          <p:nvPr/>
        </p:nvSpPr>
        <p:spPr>
          <a:xfrm>
            <a:off x="0" y="0"/>
            <a:ext cx="12192000" cy="6858000"/>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11" name="TextBox 10">
            <a:extLst>
              <a:ext uri="{FF2B5EF4-FFF2-40B4-BE49-F238E27FC236}">
                <a16:creationId xmlns:a16="http://schemas.microsoft.com/office/drawing/2014/main" id="{7687E1F1-2319-CCAF-8313-23C2C13879ED}"/>
              </a:ext>
            </a:extLst>
          </p:cNvPr>
          <p:cNvSpPr txBox="1"/>
          <p:nvPr/>
        </p:nvSpPr>
        <p:spPr>
          <a:xfrm>
            <a:off x="8783438" y="2439082"/>
            <a:ext cx="1738116" cy="369332"/>
          </a:xfrm>
          <a:prstGeom prst="rect">
            <a:avLst/>
          </a:prstGeom>
          <a:noFill/>
        </p:spPr>
        <p:txBody>
          <a:bodyPr wrap="square" rtlCol="0">
            <a:spAutoFit/>
          </a:bodyPr>
          <a:lstStyle/>
          <a:p>
            <a:r>
              <a:rPr lang="en-US" b="1" dirty="0" err="1">
                <a:solidFill>
                  <a:srgbClr val="FF0000"/>
                </a:solidFill>
              </a:rPr>
              <a:t>Freqentie</a:t>
            </a:r>
            <a:r>
              <a:rPr lang="en-US" b="1" dirty="0">
                <a:solidFill>
                  <a:srgbClr val="FF0000"/>
                </a:solidFill>
              </a:rPr>
              <a:t> &gt; 1</a:t>
            </a:r>
          </a:p>
        </p:txBody>
      </p:sp>
      <p:sp>
        <p:nvSpPr>
          <p:cNvPr id="12" name="TextBox 11">
            <a:extLst>
              <a:ext uri="{FF2B5EF4-FFF2-40B4-BE49-F238E27FC236}">
                <a16:creationId xmlns:a16="http://schemas.microsoft.com/office/drawing/2014/main" id="{92AAD753-1CFB-EDB5-B6C6-6B142D821866}"/>
              </a:ext>
            </a:extLst>
          </p:cNvPr>
          <p:cNvSpPr txBox="1"/>
          <p:nvPr/>
        </p:nvSpPr>
        <p:spPr>
          <a:xfrm>
            <a:off x="8783438" y="3654009"/>
            <a:ext cx="1970208" cy="369332"/>
          </a:xfrm>
          <a:prstGeom prst="rect">
            <a:avLst/>
          </a:prstGeom>
          <a:noFill/>
        </p:spPr>
        <p:txBody>
          <a:bodyPr wrap="square" rtlCol="0">
            <a:spAutoFit/>
          </a:bodyPr>
          <a:lstStyle/>
          <a:p>
            <a:r>
              <a:rPr lang="en-US" b="1" dirty="0" err="1">
                <a:solidFill>
                  <a:srgbClr val="FF0000"/>
                </a:solidFill>
              </a:rPr>
              <a:t>Freqentie</a:t>
            </a:r>
            <a:r>
              <a:rPr lang="en-US" b="1" dirty="0">
                <a:solidFill>
                  <a:srgbClr val="FF0000"/>
                </a:solidFill>
              </a:rPr>
              <a:t> &gt; 10</a:t>
            </a:r>
          </a:p>
        </p:txBody>
      </p:sp>
      <p:sp>
        <p:nvSpPr>
          <p:cNvPr id="13" name="TextBox 12">
            <a:extLst>
              <a:ext uri="{FF2B5EF4-FFF2-40B4-BE49-F238E27FC236}">
                <a16:creationId xmlns:a16="http://schemas.microsoft.com/office/drawing/2014/main" id="{443D0410-0953-A961-889A-11AAC8B990E2}"/>
              </a:ext>
            </a:extLst>
          </p:cNvPr>
          <p:cNvSpPr txBox="1"/>
          <p:nvPr/>
        </p:nvSpPr>
        <p:spPr>
          <a:xfrm>
            <a:off x="8783438" y="4868936"/>
            <a:ext cx="1970208" cy="369332"/>
          </a:xfrm>
          <a:prstGeom prst="rect">
            <a:avLst/>
          </a:prstGeom>
          <a:noFill/>
        </p:spPr>
        <p:txBody>
          <a:bodyPr wrap="square" rtlCol="0">
            <a:spAutoFit/>
          </a:bodyPr>
          <a:lstStyle/>
          <a:p>
            <a:r>
              <a:rPr lang="en-US" b="1" dirty="0" err="1">
                <a:solidFill>
                  <a:srgbClr val="FF0000"/>
                </a:solidFill>
              </a:rPr>
              <a:t>Freqentie</a:t>
            </a:r>
            <a:r>
              <a:rPr lang="en-US" b="1" dirty="0">
                <a:solidFill>
                  <a:srgbClr val="FF0000"/>
                </a:solidFill>
              </a:rPr>
              <a:t> &gt; 50</a:t>
            </a:r>
          </a:p>
        </p:txBody>
      </p:sp>
      <p:sp>
        <p:nvSpPr>
          <p:cNvPr id="14" name="TextBox 13">
            <a:extLst>
              <a:ext uri="{FF2B5EF4-FFF2-40B4-BE49-F238E27FC236}">
                <a16:creationId xmlns:a16="http://schemas.microsoft.com/office/drawing/2014/main" id="{F49A2889-4EA5-9822-E823-750C4CF60EAA}"/>
              </a:ext>
            </a:extLst>
          </p:cNvPr>
          <p:cNvSpPr txBox="1"/>
          <p:nvPr/>
        </p:nvSpPr>
        <p:spPr>
          <a:xfrm>
            <a:off x="8705693" y="536549"/>
            <a:ext cx="2524046" cy="1477328"/>
          </a:xfrm>
          <a:prstGeom prst="rect">
            <a:avLst/>
          </a:prstGeom>
          <a:noFill/>
        </p:spPr>
        <p:txBody>
          <a:bodyPr wrap="square" rtlCol="0">
            <a:spAutoFit/>
          </a:bodyPr>
          <a:lstStyle/>
          <a:p>
            <a:r>
              <a:rPr lang="en-US" dirty="0" err="1"/>
              <a:t>Gewogen</a:t>
            </a:r>
            <a:r>
              <a:rPr lang="en-US" dirty="0"/>
              <a:t> </a:t>
            </a:r>
            <a:r>
              <a:rPr lang="en-US" dirty="0" err="1"/>
              <a:t>gemiddelde</a:t>
            </a:r>
            <a:r>
              <a:rPr lang="en-US" dirty="0"/>
              <a:t> </a:t>
            </a:r>
            <a:r>
              <a:rPr lang="en-US" dirty="0" err="1"/>
              <a:t>afwijking</a:t>
            </a:r>
            <a:r>
              <a:rPr lang="en-US" dirty="0"/>
              <a:t> tov de </a:t>
            </a:r>
            <a:r>
              <a:rPr lang="en-US" dirty="0" err="1"/>
              <a:t>schatting</a:t>
            </a:r>
            <a:r>
              <a:rPr lang="en-US" dirty="0"/>
              <a:t> </a:t>
            </a:r>
            <a:r>
              <a:rPr lang="en-US" dirty="0" err="1"/>
              <a:t>naar</a:t>
            </a:r>
            <a:r>
              <a:rPr lang="en-US" dirty="0"/>
              <a:t> </a:t>
            </a:r>
            <a:r>
              <a:rPr lang="en-US" dirty="0" err="1"/>
              <a:t>aantal</a:t>
            </a:r>
            <a:r>
              <a:rPr lang="en-US" dirty="0"/>
              <a:t> </a:t>
            </a:r>
            <a:r>
              <a:rPr lang="en-US" dirty="0" err="1"/>
              <a:t>verplaatsingen</a:t>
            </a:r>
            <a:r>
              <a:rPr lang="en-US" dirty="0"/>
              <a:t> </a:t>
            </a:r>
            <a:r>
              <a:rPr lang="en-US" dirty="0" err="1"/>
              <a:t>wortel</a:t>
            </a:r>
            <a:r>
              <a:rPr lang="en-US" dirty="0"/>
              <a:t>(n)</a:t>
            </a:r>
          </a:p>
        </p:txBody>
      </p:sp>
      <p:sp>
        <p:nvSpPr>
          <p:cNvPr id="25" name="TextBox 24">
            <a:extLst>
              <a:ext uri="{FF2B5EF4-FFF2-40B4-BE49-F238E27FC236}">
                <a16:creationId xmlns:a16="http://schemas.microsoft.com/office/drawing/2014/main" id="{76753996-B07E-8236-8626-212630DDCF4E}"/>
              </a:ext>
            </a:extLst>
          </p:cNvPr>
          <p:cNvSpPr txBox="1"/>
          <p:nvPr/>
        </p:nvSpPr>
        <p:spPr>
          <a:xfrm>
            <a:off x="6695524" y="6030506"/>
            <a:ext cx="4862804" cy="646331"/>
          </a:xfrm>
          <a:prstGeom prst="rect">
            <a:avLst/>
          </a:prstGeom>
          <a:noFill/>
        </p:spPr>
        <p:txBody>
          <a:bodyPr wrap="square" rtlCol="0">
            <a:spAutoFit/>
          </a:bodyPr>
          <a:lstStyle/>
          <a:p>
            <a:r>
              <a:rPr lang="en-US" sz="1200" dirty="0"/>
              <a:t>Universiteit = station met in de naam: </a:t>
            </a:r>
            <a:r>
              <a:rPr lang="nl-NL" sz="1200" dirty="0"/>
              <a:t>"Utrecht", "Leiden", "Maastricht", "Eindhoven", "Enschede", "Delft", "Groningen", "Amsterdam", "Rotterdam", "Nijmegen", "Tilburg"</a:t>
            </a:r>
            <a:endParaRPr lang="en-US" sz="1200" dirty="0"/>
          </a:p>
        </p:txBody>
      </p:sp>
      <p:pic>
        <p:nvPicPr>
          <p:cNvPr id="4" name="Picture 3">
            <a:extLst>
              <a:ext uri="{FF2B5EF4-FFF2-40B4-BE49-F238E27FC236}">
                <a16:creationId xmlns:a16="http://schemas.microsoft.com/office/drawing/2014/main" id="{51D3591B-E310-B5BC-89D2-74B89DC8AC90}"/>
              </a:ext>
            </a:extLst>
          </p:cNvPr>
          <p:cNvPicPr>
            <a:picLocks noChangeAspect="1"/>
          </p:cNvPicPr>
          <p:nvPr/>
        </p:nvPicPr>
        <p:blipFill>
          <a:blip r:embed="rId2"/>
          <a:stretch>
            <a:fillRect/>
          </a:stretch>
        </p:blipFill>
        <p:spPr>
          <a:xfrm>
            <a:off x="544637" y="434545"/>
            <a:ext cx="6381691" cy="1069303"/>
          </a:xfrm>
          <a:prstGeom prst="rect">
            <a:avLst/>
          </a:prstGeom>
        </p:spPr>
      </p:pic>
      <p:pic>
        <p:nvPicPr>
          <p:cNvPr id="6" name="Picture 5">
            <a:extLst>
              <a:ext uri="{FF2B5EF4-FFF2-40B4-BE49-F238E27FC236}">
                <a16:creationId xmlns:a16="http://schemas.microsoft.com/office/drawing/2014/main" id="{F1D38887-016A-BBB0-3335-38091A9ED3F3}"/>
              </a:ext>
            </a:extLst>
          </p:cNvPr>
          <p:cNvPicPr>
            <a:picLocks noChangeAspect="1"/>
          </p:cNvPicPr>
          <p:nvPr/>
        </p:nvPicPr>
        <p:blipFill>
          <a:blip r:embed="rId3"/>
          <a:stretch>
            <a:fillRect/>
          </a:stretch>
        </p:blipFill>
        <p:spPr>
          <a:xfrm>
            <a:off x="544637" y="1760642"/>
            <a:ext cx="6381691" cy="1110845"/>
          </a:xfrm>
          <a:prstGeom prst="rect">
            <a:avLst/>
          </a:prstGeom>
        </p:spPr>
      </p:pic>
      <p:pic>
        <p:nvPicPr>
          <p:cNvPr id="8" name="Picture 7">
            <a:extLst>
              <a:ext uri="{FF2B5EF4-FFF2-40B4-BE49-F238E27FC236}">
                <a16:creationId xmlns:a16="http://schemas.microsoft.com/office/drawing/2014/main" id="{5D9370D1-5DA5-C016-3A4D-03B5577B010F}"/>
              </a:ext>
            </a:extLst>
          </p:cNvPr>
          <p:cNvPicPr>
            <a:picLocks noChangeAspect="1"/>
          </p:cNvPicPr>
          <p:nvPr/>
        </p:nvPicPr>
        <p:blipFill>
          <a:blip r:embed="rId4"/>
          <a:stretch>
            <a:fillRect/>
          </a:stretch>
        </p:blipFill>
        <p:spPr>
          <a:xfrm>
            <a:off x="544637" y="3163403"/>
            <a:ext cx="6529059" cy="1181886"/>
          </a:xfrm>
          <a:prstGeom prst="rect">
            <a:avLst/>
          </a:prstGeom>
        </p:spPr>
      </p:pic>
      <p:pic>
        <p:nvPicPr>
          <p:cNvPr id="10" name="Picture 9">
            <a:extLst>
              <a:ext uri="{FF2B5EF4-FFF2-40B4-BE49-F238E27FC236}">
                <a16:creationId xmlns:a16="http://schemas.microsoft.com/office/drawing/2014/main" id="{AB33FAB6-0624-E200-A198-77F6A8CE9F68}"/>
              </a:ext>
            </a:extLst>
          </p:cNvPr>
          <p:cNvPicPr>
            <a:picLocks noChangeAspect="1"/>
          </p:cNvPicPr>
          <p:nvPr/>
        </p:nvPicPr>
        <p:blipFill>
          <a:blip r:embed="rId5"/>
          <a:stretch>
            <a:fillRect/>
          </a:stretch>
        </p:blipFill>
        <p:spPr>
          <a:xfrm>
            <a:off x="544636" y="4531041"/>
            <a:ext cx="6381691" cy="1152093"/>
          </a:xfrm>
          <a:prstGeom prst="rect">
            <a:avLst/>
          </a:prstGeom>
        </p:spPr>
      </p:pic>
      <p:pic>
        <p:nvPicPr>
          <p:cNvPr id="17" name="Picture 16">
            <a:extLst>
              <a:ext uri="{FF2B5EF4-FFF2-40B4-BE49-F238E27FC236}">
                <a16:creationId xmlns:a16="http://schemas.microsoft.com/office/drawing/2014/main" id="{F1747AB1-9649-8899-87EC-D18FC0A3EE33}"/>
              </a:ext>
            </a:extLst>
          </p:cNvPr>
          <p:cNvPicPr>
            <a:picLocks noChangeAspect="1"/>
          </p:cNvPicPr>
          <p:nvPr/>
        </p:nvPicPr>
        <p:blipFill>
          <a:blip r:embed="rId6"/>
          <a:stretch>
            <a:fillRect/>
          </a:stretch>
        </p:blipFill>
        <p:spPr>
          <a:xfrm>
            <a:off x="544636" y="5888553"/>
            <a:ext cx="5517216" cy="726215"/>
          </a:xfrm>
          <a:prstGeom prst="rect">
            <a:avLst/>
          </a:prstGeom>
        </p:spPr>
      </p:pic>
    </p:spTree>
    <p:extLst>
      <p:ext uri="{BB962C8B-B14F-4D97-AF65-F5344CB8AC3E}">
        <p14:creationId xmlns:p14="http://schemas.microsoft.com/office/powerpoint/2010/main" val="2293126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7A571E0-4B01-0955-0293-5C2084664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2" name="Rectangle 1">
            <a:extLst>
              <a:ext uri="{FF2B5EF4-FFF2-40B4-BE49-F238E27FC236}">
                <a16:creationId xmlns:a16="http://schemas.microsoft.com/office/drawing/2014/main" id="{7D6092EE-4756-97C6-C8CD-312A6781829B}"/>
              </a:ext>
            </a:extLst>
          </p:cNvPr>
          <p:cNvSpPr/>
          <p:nvPr/>
        </p:nvSpPr>
        <p:spPr>
          <a:xfrm>
            <a:off x="0" y="0"/>
            <a:ext cx="12192000" cy="6858000"/>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Tree>
    <p:extLst>
      <p:ext uri="{BB962C8B-B14F-4D97-AF65-F5344CB8AC3E}">
        <p14:creationId xmlns:p14="http://schemas.microsoft.com/office/powerpoint/2010/main" val="114188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4254B7-70B8-0337-31A1-291EFD707749}"/>
              </a:ext>
            </a:extLst>
          </p:cNvPr>
          <p:cNvSpPr/>
          <p:nvPr/>
        </p:nvSpPr>
        <p:spPr>
          <a:xfrm>
            <a:off x="0" y="0"/>
            <a:ext cx="12192000" cy="6858000"/>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11" name="TextBox 10">
            <a:extLst>
              <a:ext uri="{FF2B5EF4-FFF2-40B4-BE49-F238E27FC236}">
                <a16:creationId xmlns:a16="http://schemas.microsoft.com/office/drawing/2014/main" id="{B5B24A3A-5AAF-4C18-A6DF-030B5359853F}"/>
              </a:ext>
            </a:extLst>
          </p:cNvPr>
          <p:cNvSpPr txBox="1"/>
          <p:nvPr/>
        </p:nvSpPr>
        <p:spPr>
          <a:xfrm>
            <a:off x="8783438" y="2439082"/>
            <a:ext cx="1738116" cy="369332"/>
          </a:xfrm>
          <a:prstGeom prst="rect">
            <a:avLst/>
          </a:prstGeom>
          <a:noFill/>
        </p:spPr>
        <p:txBody>
          <a:bodyPr wrap="square" rtlCol="0">
            <a:spAutoFit/>
          </a:bodyPr>
          <a:lstStyle/>
          <a:p>
            <a:r>
              <a:rPr lang="en-US" b="1" dirty="0" err="1">
                <a:solidFill>
                  <a:srgbClr val="FF0000"/>
                </a:solidFill>
              </a:rPr>
              <a:t>Freqentie</a:t>
            </a:r>
            <a:r>
              <a:rPr lang="en-US" b="1" dirty="0">
                <a:solidFill>
                  <a:srgbClr val="FF0000"/>
                </a:solidFill>
              </a:rPr>
              <a:t> &gt; 1</a:t>
            </a:r>
          </a:p>
        </p:txBody>
      </p:sp>
      <p:sp>
        <p:nvSpPr>
          <p:cNvPr id="12" name="TextBox 11">
            <a:extLst>
              <a:ext uri="{FF2B5EF4-FFF2-40B4-BE49-F238E27FC236}">
                <a16:creationId xmlns:a16="http://schemas.microsoft.com/office/drawing/2014/main" id="{85B7B783-BECB-8220-11ED-E18DB0385781}"/>
              </a:ext>
            </a:extLst>
          </p:cNvPr>
          <p:cNvSpPr txBox="1"/>
          <p:nvPr/>
        </p:nvSpPr>
        <p:spPr>
          <a:xfrm>
            <a:off x="8783438" y="3654009"/>
            <a:ext cx="1970208" cy="369332"/>
          </a:xfrm>
          <a:prstGeom prst="rect">
            <a:avLst/>
          </a:prstGeom>
          <a:noFill/>
        </p:spPr>
        <p:txBody>
          <a:bodyPr wrap="square" rtlCol="0">
            <a:spAutoFit/>
          </a:bodyPr>
          <a:lstStyle/>
          <a:p>
            <a:r>
              <a:rPr lang="en-US" b="1" dirty="0" err="1">
                <a:solidFill>
                  <a:srgbClr val="FF0000"/>
                </a:solidFill>
              </a:rPr>
              <a:t>Freqentie</a:t>
            </a:r>
            <a:r>
              <a:rPr lang="en-US" b="1" dirty="0">
                <a:solidFill>
                  <a:srgbClr val="FF0000"/>
                </a:solidFill>
              </a:rPr>
              <a:t> &gt; 10</a:t>
            </a:r>
          </a:p>
        </p:txBody>
      </p:sp>
      <p:sp>
        <p:nvSpPr>
          <p:cNvPr id="13" name="TextBox 12">
            <a:extLst>
              <a:ext uri="{FF2B5EF4-FFF2-40B4-BE49-F238E27FC236}">
                <a16:creationId xmlns:a16="http://schemas.microsoft.com/office/drawing/2014/main" id="{82A47FC5-0C08-4219-6807-B8791F24F458}"/>
              </a:ext>
            </a:extLst>
          </p:cNvPr>
          <p:cNvSpPr txBox="1"/>
          <p:nvPr/>
        </p:nvSpPr>
        <p:spPr>
          <a:xfrm>
            <a:off x="8783438" y="4868936"/>
            <a:ext cx="1970208" cy="369332"/>
          </a:xfrm>
          <a:prstGeom prst="rect">
            <a:avLst/>
          </a:prstGeom>
          <a:noFill/>
        </p:spPr>
        <p:txBody>
          <a:bodyPr wrap="square" rtlCol="0">
            <a:spAutoFit/>
          </a:bodyPr>
          <a:lstStyle/>
          <a:p>
            <a:r>
              <a:rPr lang="en-US" b="1" dirty="0" err="1">
                <a:solidFill>
                  <a:srgbClr val="FF0000"/>
                </a:solidFill>
              </a:rPr>
              <a:t>Freqentie</a:t>
            </a:r>
            <a:r>
              <a:rPr lang="en-US" b="1" dirty="0">
                <a:solidFill>
                  <a:srgbClr val="FF0000"/>
                </a:solidFill>
              </a:rPr>
              <a:t> &gt; 50</a:t>
            </a:r>
          </a:p>
        </p:txBody>
      </p:sp>
      <p:sp>
        <p:nvSpPr>
          <p:cNvPr id="14" name="TextBox 13">
            <a:extLst>
              <a:ext uri="{FF2B5EF4-FFF2-40B4-BE49-F238E27FC236}">
                <a16:creationId xmlns:a16="http://schemas.microsoft.com/office/drawing/2014/main" id="{267468FA-57C7-8AA2-2C45-BB487ED23B37}"/>
              </a:ext>
            </a:extLst>
          </p:cNvPr>
          <p:cNvSpPr txBox="1"/>
          <p:nvPr/>
        </p:nvSpPr>
        <p:spPr>
          <a:xfrm>
            <a:off x="8705693" y="536549"/>
            <a:ext cx="2524046" cy="1477328"/>
          </a:xfrm>
          <a:prstGeom prst="rect">
            <a:avLst/>
          </a:prstGeom>
          <a:noFill/>
        </p:spPr>
        <p:txBody>
          <a:bodyPr wrap="square" rtlCol="0">
            <a:spAutoFit/>
          </a:bodyPr>
          <a:lstStyle/>
          <a:p>
            <a:r>
              <a:rPr lang="en-US" dirty="0" err="1"/>
              <a:t>Gewogen</a:t>
            </a:r>
            <a:r>
              <a:rPr lang="en-US" dirty="0"/>
              <a:t> </a:t>
            </a:r>
            <a:r>
              <a:rPr lang="en-US" dirty="0" err="1"/>
              <a:t>gemiddelde</a:t>
            </a:r>
            <a:r>
              <a:rPr lang="en-US" dirty="0"/>
              <a:t> </a:t>
            </a:r>
            <a:r>
              <a:rPr lang="en-US" dirty="0" err="1"/>
              <a:t>afwijking</a:t>
            </a:r>
            <a:r>
              <a:rPr lang="en-US" dirty="0"/>
              <a:t> tov de </a:t>
            </a:r>
            <a:r>
              <a:rPr lang="en-US" dirty="0" err="1"/>
              <a:t>schatting</a:t>
            </a:r>
            <a:r>
              <a:rPr lang="en-US" dirty="0"/>
              <a:t> </a:t>
            </a:r>
            <a:r>
              <a:rPr lang="en-US" dirty="0" err="1"/>
              <a:t>naar</a:t>
            </a:r>
            <a:r>
              <a:rPr lang="en-US" dirty="0"/>
              <a:t> </a:t>
            </a:r>
            <a:r>
              <a:rPr lang="en-US" dirty="0" err="1"/>
              <a:t>aantal</a:t>
            </a:r>
            <a:r>
              <a:rPr lang="en-US" dirty="0"/>
              <a:t> </a:t>
            </a:r>
            <a:r>
              <a:rPr lang="en-US" dirty="0" err="1"/>
              <a:t>verplaatsingen</a:t>
            </a:r>
            <a:r>
              <a:rPr lang="en-US" dirty="0"/>
              <a:t> </a:t>
            </a:r>
            <a:r>
              <a:rPr lang="en-US" dirty="0" err="1"/>
              <a:t>wortel</a:t>
            </a:r>
            <a:r>
              <a:rPr lang="en-US" dirty="0"/>
              <a:t>(n)</a:t>
            </a:r>
          </a:p>
        </p:txBody>
      </p:sp>
      <p:sp>
        <p:nvSpPr>
          <p:cNvPr id="25" name="TextBox 24">
            <a:extLst>
              <a:ext uri="{FF2B5EF4-FFF2-40B4-BE49-F238E27FC236}">
                <a16:creationId xmlns:a16="http://schemas.microsoft.com/office/drawing/2014/main" id="{4B6D657C-C424-86D1-3844-A7669A670E53}"/>
              </a:ext>
            </a:extLst>
          </p:cNvPr>
          <p:cNvSpPr txBox="1"/>
          <p:nvPr/>
        </p:nvSpPr>
        <p:spPr>
          <a:xfrm>
            <a:off x="6695524" y="6030506"/>
            <a:ext cx="4862804" cy="646331"/>
          </a:xfrm>
          <a:prstGeom prst="rect">
            <a:avLst/>
          </a:prstGeom>
          <a:noFill/>
        </p:spPr>
        <p:txBody>
          <a:bodyPr wrap="square" rtlCol="0">
            <a:spAutoFit/>
          </a:bodyPr>
          <a:lstStyle/>
          <a:p>
            <a:r>
              <a:rPr lang="en-US" sz="1200" dirty="0"/>
              <a:t>Universiteit = station met in de naam: </a:t>
            </a:r>
            <a:r>
              <a:rPr lang="nl-NL" sz="1200" dirty="0"/>
              <a:t>"Utrecht", "Leiden", "Maastricht", "Eindhoven", "Enschede", "Delft", "Groningen", "Amsterdam", "Rotterdam", "Nijmegen", "Tilburg"</a:t>
            </a:r>
            <a:endParaRPr lang="en-US" sz="1200" dirty="0"/>
          </a:p>
        </p:txBody>
      </p:sp>
      <p:pic>
        <p:nvPicPr>
          <p:cNvPr id="31" name="Picture 30">
            <a:extLst>
              <a:ext uri="{FF2B5EF4-FFF2-40B4-BE49-F238E27FC236}">
                <a16:creationId xmlns:a16="http://schemas.microsoft.com/office/drawing/2014/main" id="{315573C4-3C69-078E-39CE-97D70E1AB59A}"/>
              </a:ext>
            </a:extLst>
          </p:cNvPr>
          <p:cNvPicPr>
            <a:picLocks noChangeAspect="1"/>
          </p:cNvPicPr>
          <p:nvPr/>
        </p:nvPicPr>
        <p:blipFill>
          <a:blip r:embed="rId2"/>
          <a:stretch>
            <a:fillRect/>
          </a:stretch>
        </p:blipFill>
        <p:spPr>
          <a:xfrm>
            <a:off x="704263" y="668177"/>
            <a:ext cx="7297168" cy="1000265"/>
          </a:xfrm>
          <a:prstGeom prst="rect">
            <a:avLst/>
          </a:prstGeom>
        </p:spPr>
      </p:pic>
      <p:pic>
        <p:nvPicPr>
          <p:cNvPr id="33" name="Picture 32">
            <a:extLst>
              <a:ext uri="{FF2B5EF4-FFF2-40B4-BE49-F238E27FC236}">
                <a16:creationId xmlns:a16="http://schemas.microsoft.com/office/drawing/2014/main" id="{3609F3D9-C499-BB06-40D1-E36229AA4E5D}"/>
              </a:ext>
            </a:extLst>
          </p:cNvPr>
          <p:cNvPicPr>
            <a:picLocks noChangeAspect="1"/>
          </p:cNvPicPr>
          <p:nvPr/>
        </p:nvPicPr>
        <p:blipFill>
          <a:blip r:embed="rId3"/>
          <a:stretch>
            <a:fillRect/>
          </a:stretch>
        </p:blipFill>
        <p:spPr>
          <a:xfrm>
            <a:off x="704263" y="1988212"/>
            <a:ext cx="7240010" cy="1047896"/>
          </a:xfrm>
          <a:prstGeom prst="rect">
            <a:avLst/>
          </a:prstGeom>
        </p:spPr>
      </p:pic>
      <p:pic>
        <p:nvPicPr>
          <p:cNvPr id="35" name="Picture 34">
            <a:extLst>
              <a:ext uri="{FF2B5EF4-FFF2-40B4-BE49-F238E27FC236}">
                <a16:creationId xmlns:a16="http://schemas.microsoft.com/office/drawing/2014/main" id="{91A36321-F6AC-AB65-D794-6EC4784B1F45}"/>
              </a:ext>
            </a:extLst>
          </p:cNvPr>
          <p:cNvPicPr>
            <a:picLocks noChangeAspect="1"/>
          </p:cNvPicPr>
          <p:nvPr/>
        </p:nvPicPr>
        <p:blipFill>
          <a:blip r:embed="rId4"/>
          <a:stretch>
            <a:fillRect/>
          </a:stretch>
        </p:blipFill>
        <p:spPr>
          <a:xfrm>
            <a:off x="723981" y="3269962"/>
            <a:ext cx="7240010" cy="962159"/>
          </a:xfrm>
          <a:prstGeom prst="rect">
            <a:avLst/>
          </a:prstGeom>
        </p:spPr>
      </p:pic>
      <p:pic>
        <p:nvPicPr>
          <p:cNvPr id="37" name="Picture 36">
            <a:extLst>
              <a:ext uri="{FF2B5EF4-FFF2-40B4-BE49-F238E27FC236}">
                <a16:creationId xmlns:a16="http://schemas.microsoft.com/office/drawing/2014/main" id="{070205D3-97BD-D0B8-995B-F91990BF9FD7}"/>
              </a:ext>
            </a:extLst>
          </p:cNvPr>
          <p:cNvPicPr>
            <a:picLocks noChangeAspect="1"/>
          </p:cNvPicPr>
          <p:nvPr/>
        </p:nvPicPr>
        <p:blipFill>
          <a:blip r:embed="rId5"/>
          <a:stretch>
            <a:fillRect/>
          </a:stretch>
        </p:blipFill>
        <p:spPr>
          <a:xfrm>
            <a:off x="702960" y="4618122"/>
            <a:ext cx="7240010" cy="1066949"/>
          </a:xfrm>
          <a:prstGeom prst="rect">
            <a:avLst/>
          </a:prstGeom>
        </p:spPr>
      </p:pic>
    </p:spTree>
    <p:extLst>
      <p:ext uri="{BB962C8B-B14F-4D97-AF65-F5344CB8AC3E}">
        <p14:creationId xmlns:p14="http://schemas.microsoft.com/office/powerpoint/2010/main" val="1350151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81A1D-5298-A62B-1588-8248A035449B}"/>
              </a:ext>
            </a:extLst>
          </p:cNvPr>
          <p:cNvSpPr>
            <a:spLocks noGrp="1"/>
          </p:cNvSpPr>
          <p:nvPr>
            <p:ph type="title"/>
          </p:nvPr>
        </p:nvSpPr>
        <p:spPr/>
        <p:txBody>
          <a:bodyPr/>
          <a:lstStyle/>
          <a:p>
            <a:r>
              <a:rPr lang="en-US" dirty="0" err="1"/>
              <a:t>Afhankelijkheid</a:t>
            </a:r>
            <a:r>
              <a:rPr lang="en-US" dirty="0"/>
              <a:t> van </a:t>
            </a:r>
            <a:r>
              <a:rPr lang="en-US" dirty="0" err="1"/>
              <a:t>aantal</a:t>
            </a:r>
            <a:r>
              <a:rPr lang="en-US" dirty="0"/>
              <a:t> </a:t>
            </a:r>
            <a:r>
              <a:rPr lang="en-US" dirty="0" err="1"/>
              <a:t>inuitstappers</a:t>
            </a:r>
            <a:endParaRPr lang="en-US" dirty="0"/>
          </a:p>
        </p:txBody>
      </p:sp>
      <p:sp>
        <p:nvSpPr>
          <p:cNvPr id="3" name="Content Placeholder 2">
            <a:extLst>
              <a:ext uri="{FF2B5EF4-FFF2-40B4-BE49-F238E27FC236}">
                <a16:creationId xmlns:a16="http://schemas.microsoft.com/office/drawing/2014/main" id="{9E016A05-FDC4-26D2-9449-0224E6617D3B}"/>
              </a:ext>
            </a:extLst>
          </p:cNvPr>
          <p:cNvSpPr>
            <a:spLocks noGrp="1"/>
          </p:cNvSpPr>
          <p:nvPr>
            <p:ph idx="1"/>
          </p:nvPr>
        </p:nvSpPr>
        <p:spPr/>
        <p:txBody>
          <a:bodyPr/>
          <a:lstStyle/>
          <a:p>
            <a:r>
              <a:rPr lang="en-US" dirty="0"/>
              <a:t>We </a:t>
            </a:r>
            <a:r>
              <a:rPr lang="en-US" dirty="0" err="1"/>
              <a:t>rekenen</a:t>
            </a:r>
            <a:r>
              <a:rPr lang="en-US" dirty="0"/>
              <a:t> nu met het </a:t>
            </a:r>
            <a:r>
              <a:rPr lang="en-US" dirty="0" err="1"/>
              <a:t>dichtsbijzijnde</a:t>
            </a:r>
            <a:r>
              <a:rPr lang="en-US" dirty="0"/>
              <a:t> station, maar </a:t>
            </a:r>
            <a:r>
              <a:rPr lang="en-US" dirty="0" err="1"/>
              <a:t>dit</a:t>
            </a:r>
            <a:r>
              <a:rPr lang="en-US" dirty="0"/>
              <a:t> </a:t>
            </a:r>
            <a:r>
              <a:rPr lang="en-US" dirty="0" err="1"/>
              <a:t>correspondeert</a:t>
            </a:r>
            <a:r>
              <a:rPr lang="en-US" dirty="0"/>
              <a:t> </a:t>
            </a:r>
            <a:r>
              <a:rPr lang="en-US" dirty="0" err="1"/>
              <a:t>mogelijk</a:t>
            </a:r>
            <a:r>
              <a:rPr lang="en-US" dirty="0"/>
              <a:t> </a:t>
            </a:r>
            <a:r>
              <a:rPr lang="en-US" dirty="0" err="1"/>
              <a:t>niet</a:t>
            </a:r>
            <a:r>
              <a:rPr lang="en-US" dirty="0"/>
              <a:t> </a:t>
            </a:r>
            <a:r>
              <a:rPr lang="en-US" dirty="0" err="1"/>
              <a:t>altijd</a:t>
            </a:r>
            <a:r>
              <a:rPr lang="en-US" dirty="0"/>
              <a:t> met het station </a:t>
            </a:r>
            <a:r>
              <a:rPr lang="en-US" dirty="0" err="1"/>
              <a:t>dat</a:t>
            </a:r>
            <a:r>
              <a:rPr lang="en-US" dirty="0"/>
              <a:t> </a:t>
            </a:r>
            <a:r>
              <a:rPr lang="en-US" dirty="0" err="1"/>
              <a:t>mensen</a:t>
            </a:r>
            <a:r>
              <a:rPr lang="en-US" dirty="0"/>
              <a:t> </a:t>
            </a:r>
            <a:r>
              <a:rPr lang="en-US" dirty="0" err="1"/>
              <a:t>daadwerkelijk</a:t>
            </a:r>
            <a:r>
              <a:rPr lang="en-US" dirty="0"/>
              <a:t> </a:t>
            </a:r>
            <a:r>
              <a:rPr lang="en-US" dirty="0" err="1"/>
              <a:t>gebruikt</a:t>
            </a:r>
            <a:r>
              <a:rPr lang="en-US" dirty="0"/>
              <a:t> </a:t>
            </a:r>
            <a:r>
              <a:rPr lang="en-US" dirty="0" err="1"/>
              <a:t>hebben</a:t>
            </a:r>
            <a:r>
              <a:rPr lang="en-US" dirty="0"/>
              <a:t> </a:t>
            </a:r>
            <a:r>
              <a:rPr lang="en-US" dirty="0" err="1"/>
              <a:t>voor</a:t>
            </a:r>
            <a:r>
              <a:rPr lang="en-US" dirty="0"/>
              <a:t> de </a:t>
            </a:r>
            <a:r>
              <a:rPr lang="en-US" dirty="0" err="1"/>
              <a:t>verplaatsing</a:t>
            </a:r>
            <a:r>
              <a:rPr lang="en-US" dirty="0"/>
              <a:t> </a:t>
            </a:r>
            <a:r>
              <a:rPr lang="en-US" dirty="0" err="1"/>
              <a:t>vastgelegd</a:t>
            </a:r>
            <a:r>
              <a:rPr lang="en-US" dirty="0"/>
              <a:t> in ODiN. </a:t>
            </a:r>
            <a:r>
              <a:rPr lang="en-US" dirty="0" err="1"/>
              <a:t>Dit</a:t>
            </a:r>
            <a:r>
              <a:rPr lang="en-US" dirty="0"/>
              <a:t> </a:t>
            </a:r>
            <a:r>
              <a:rPr lang="en-US" dirty="0" err="1"/>
              <a:t>geeft</a:t>
            </a:r>
            <a:r>
              <a:rPr lang="en-US" dirty="0"/>
              <a:t> </a:t>
            </a:r>
            <a:r>
              <a:rPr lang="en-US" dirty="0" err="1"/>
              <a:t>mogelijk</a:t>
            </a:r>
            <a:r>
              <a:rPr lang="en-US" dirty="0"/>
              <a:t> </a:t>
            </a:r>
            <a:r>
              <a:rPr lang="en-US" dirty="0" err="1"/>
              <a:t>ruis</a:t>
            </a:r>
            <a:r>
              <a:rPr lang="en-US" dirty="0"/>
              <a:t> in de </a:t>
            </a:r>
            <a:r>
              <a:rPr lang="en-US" dirty="0" err="1"/>
              <a:t>grafieken</a:t>
            </a:r>
            <a:r>
              <a:rPr lang="en-US" dirty="0"/>
              <a:t> </a:t>
            </a:r>
            <a:r>
              <a:rPr lang="en-US" dirty="0" err="1"/>
              <a:t>voor</a:t>
            </a:r>
            <a:r>
              <a:rPr lang="en-US" dirty="0"/>
              <a:t> </a:t>
            </a:r>
            <a:r>
              <a:rPr lang="en-US" dirty="0" err="1"/>
              <a:t>afstand</a:t>
            </a:r>
            <a:r>
              <a:rPr lang="en-US" dirty="0"/>
              <a:t> </a:t>
            </a:r>
            <a:r>
              <a:rPr lang="en-US" dirty="0" err="1"/>
              <a:t>en</a:t>
            </a:r>
            <a:r>
              <a:rPr lang="en-US" dirty="0"/>
              <a:t> </a:t>
            </a:r>
            <a:r>
              <a:rPr lang="en-US" dirty="0" err="1"/>
              <a:t>maakt</a:t>
            </a:r>
            <a:r>
              <a:rPr lang="en-US" dirty="0"/>
              <a:t> de </a:t>
            </a:r>
            <a:r>
              <a:rPr lang="en-US" dirty="0" err="1"/>
              <a:t>analyse</a:t>
            </a:r>
            <a:r>
              <a:rPr lang="en-US" dirty="0"/>
              <a:t> van de </a:t>
            </a:r>
            <a:r>
              <a:rPr lang="en-US" dirty="0" err="1"/>
              <a:t>relatie</a:t>
            </a:r>
            <a:r>
              <a:rPr lang="en-US" dirty="0"/>
              <a:t> met </a:t>
            </a:r>
            <a:r>
              <a:rPr lang="en-US" dirty="0" err="1"/>
              <a:t>aantal</a:t>
            </a:r>
            <a:r>
              <a:rPr lang="en-US" dirty="0"/>
              <a:t> </a:t>
            </a:r>
            <a:r>
              <a:rPr lang="en-US" dirty="0" err="1"/>
              <a:t>inuitstappers</a:t>
            </a:r>
            <a:r>
              <a:rPr lang="en-US" dirty="0"/>
              <a:t> </a:t>
            </a:r>
            <a:r>
              <a:rPr lang="en-US" dirty="0" err="1"/>
              <a:t>lastig</a:t>
            </a:r>
            <a:r>
              <a:rPr lang="en-US" dirty="0"/>
              <a:t>.</a:t>
            </a:r>
          </a:p>
          <a:p>
            <a:endParaRPr lang="en-US" dirty="0"/>
          </a:p>
        </p:txBody>
      </p:sp>
      <p:sp>
        <p:nvSpPr>
          <p:cNvPr id="4" name="Date Placeholder 3">
            <a:extLst>
              <a:ext uri="{FF2B5EF4-FFF2-40B4-BE49-F238E27FC236}">
                <a16:creationId xmlns:a16="http://schemas.microsoft.com/office/drawing/2014/main" id="{0153DFD4-F503-6BEA-8071-A7B527C01579}"/>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017D42F1-57D7-A0F5-40C3-340F4FDAC8A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B57EECC2-4C40-34E6-5EDB-C9AECF9DDD5B}"/>
              </a:ext>
            </a:extLst>
          </p:cNvPr>
          <p:cNvSpPr>
            <a:spLocks noGrp="1"/>
          </p:cNvSpPr>
          <p:nvPr>
            <p:ph type="sldNum" sz="quarter" idx="4"/>
          </p:nvPr>
        </p:nvSpPr>
        <p:spPr/>
        <p:txBody>
          <a:bodyPr/>
          <a:lstStyle/>
          <a:p>
            <a:fld id="{30EB25C8-E9E3-4D25-B37F-35DF7D8D9C13}" type="slidenum">
              <a:rPr lang="nl-NL" smtClean="0"/>
              <a:pPr/>
              <a:t>20</a:t>
            </a:fld>
            <a:endParaRPr lang="nl-NL" dirty="0"/>
          </a:p>
        </p:txBody>
      </p:sp>
      <p:pic>
        <p:nvPicPr>
          <p:cNvPr id="8" name="Picture 7">
            <a:extLst>
              <a:ext uri="{FF2B5EF4-FFF2-40B4-BE49-F238E27FC236}">
                <a16:creationId xmlns:a16="http://schemas.microsoft.com/office/drawing/2014/main" id="{8E09ED22-6C55-B230-AEEE-6F6F816C93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2369" y="3334616"/>
            <a:ext cx="3949148" cy="2961861"/>
          </a:xfrm>
          <a:prstGeom prst="rect">
            <a:avLst/>
          </a:prstGeom>
        </p:spPr>
      </p:pic>
    </p:spTree>
    <p:extLst>
      <p:ext uri="{BB962C8B-B14F-4D97-AF65-F5344CB8AC3E}">
        <p14:creationId xmlns:p14="http://schemas.microsoft.com/office/powerpoint/2010/main" val="4122960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AEF41-8758-9ED5-46A4-8FD8CBED2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B106F-216B-37D5-A18C-7E39686C523F}"/>
              </a:ext>
            </a:extLst>
          </p:cNvPr>
          <p:cNvSpPr>
            <a:spLocks noGrp="1"/>
          </p:cNvSpPr>
          <p:nvPr>
            <p:ph type="title"/>
          </p:nvPr>
        </p:nvSpPr>
        <p:spPr>
          <a:xfrm>
            <a:off x="766762" y="795607"/>
            <a:ext cx="10658475" cy="553998"/>
          </a:xfrm>
        </p:spPr>
        <p:txBody>
          <a:bodyPr/>
          <a:lstStyle/>
          <a:p>
            <a:r>
              <a:rPr lang="nl-NL" dirty="0"/>
              <a:t>2. Aandeel voor/natransport lopen </a:t>
            </a:r>
            <a:r>
              <a:rPr lang="nl-NL" sz="2400" dirty="0"/>
              <a:t>(station-onderwijs)</a:t>
            </a:r>
            <a:endParaRPr lang="en-US" sz="2400" dirty="0"/>
          </a:p>
        </p:txBody>
      </p:sp>
      <p:sp>
        <p:nvSpPr>
          <p:cNvPr id="3" name="Content Placeholder 2">
            <a:extLst>
              <a:ext uri="{FF2B5EF4-FFF2-40B4-BE49-F238E27FC236}">
                <a16:creationId xmlns:a16="http://schemas.microsoft.com/office/drawing/2014/main" id="{B3F11F86-5870-F7A8-CE8C-2BB7CC844B01}"/>
              </a:ext>
            </a:extLst>
          </p:cNvPr>
          <p:cNvSpPr>
            <a:spLocks noGrp="1"/>
          </p:cNvSpPr>
          <p:nvPr>
            <p:ph idx="1"/>
          </p:nvPr>
        </p:nvSpPr>
        <p:spPr/>
        <p:txBody>
          <a:bodyPr/>
          <a:lstStyle/>
          <a:p>
            <a:r>
              <a:rPr lang="en-US" dirty="0"/>
              <a:t>Voor alle </a:t>
            </a:r>
            <a:r>
              <a:rPr lang="en-US" dirty="0" err="1"/>
              <a:t>verplaatsingen</a:t>
            </a:r>
            <a:r>
              <a:rPr lang="en-US" dirty="0"/>
              <a:t> van </a:t>
            </a:r>
            <a:r>
              <a:rPr lang="en-US" dirty="0" err="1"/>
              <a:t>en</a:t>
            </a:r>
            <a:r>
              <a:rPr lang="en-US" dirty="0"/>
              <a:t> </a:t>
            </a:r>
            <a:r>
              <a:rPr lang="en-US" dirty="0" err="1"/>
              <a:t>naar</a:t>
            </a:r>
            <a:r>
              <a:rPr lang="en-US" dirty="0"/>
              <a:t> </a:t>
            </a:r>
            <a:r>
              <a:rPr lang="en-US" dirty="0" err="1"/>
              <a:t>onderwijs</a:t>
            </a:r>
            <a:r>
              <a:rPr lang="en-US" dirty="0"/>
              <a:t> met de </a:t>
            </a:r>
            <a:r>
              <a:rPr lang="en-US" dirty="0" err="1"/>
              <a:t>trein</a:t>
            </a:r>
            <a:r>
              <a:rPr lang="en-US" dirty="0"/>
              <a:t> in ODiN </a:t>
            </a:r>
            <a:r>
              <a:rPr lang="en-US" dirty="0" err="1"/>
              <a:t>willen</a:t>
            </a:r>
            <a:r>
              <a:rPr lang="en-US" dirty="0"/>
              <a:t> we het </a:t>
            </a:r>
            <a:r>
              <a:rPr lang="en-US" dirty="0" err="1"/>
              <a:t>aandeel</a:t>
            </a:r>
            <a:r>
              <a:rPr lang="en-US" dirty="0"/>
              <a:t> </a:t>
            </a:r>
            <a:r>
              <a:rPr lang="en-US" dirty="0" err="1"/>
              <a:t>studenten</a:t>
            </a:r>
            <a:r>
              <a:rPr lang="en-US" dirty="0"/>
              <a:t> </a:t>
            </a:r>
            <a:r>
              <a:rPr lang="en-US" dirty="0" err="1"/>
              <a:t>dat</a:t>
            </a:r>
            <a:r>
              <a:rPr lang="en-US" dirty="0"/>
              <a:t> </a:t>
            </a:r>
            <a:r>
              <a:rPr lang="en-US" dirty="0" err="1"/>
              <a:t>daarna</a:t>
            </a:r>
            <a:r>
              <a:rPr lang="en-US" dirty="0"/>
              <a:t> </a:t>
            </a:r>
            <a:r>
              <a:rPr lang="en-US" dirty="0" err="1"/>
              <a:t>loopt</a:t>
            </a:r>
            <a:r>
              <a:rPr lang="en-US" dirty="0"/>
              <a:t> </a:t>
            </a:r>
            <a:r>
              <a:rPr lang="en-US" dirty="0" err="1"/>
              <a:t>schatten</a:t>
            </a:r>
            <a:br>
              <a:rPr lang="en-US" dirty="0"/>
            </a:br>
            <a:r>
              <a:rPr lang="en-US" dirty="0"/>
              <a:t>- </a:t>
            </a:r>
            <a:r>
              <a:rPr lang="en-US" dirty="0" err="1"/>
              <a:t>afhankelijk</a:t>
            </a:r>
            <a:r>
              <a:rPr lang="en-US" dirty="0"/>
              <a:t> van de </a:t>
            </a:r>
            <a:r>
              <a:rPr lang="en-US" b="1" dirty="0" err="1"/>
              <a:t>afstand</a:t>
            </a:r>
            <a:r>
              <a:rPr lang="en-US" b="1" dirty="0"/>
              <a:t> tot station</a:t>
            </a:r>
            <a:br>
              <a:rPr lang="en-US" dirty="0"/>
            </a:br>
            <a:br>
              <a:rPr lang="en-US" dirty="0"/>
            </a:br>
            <a:r>
              <a:rPr lang="en-US" dirty="0"/>
              <a:t>We </a:t>
            </a:r>
            <a:r>
              <a:rPr lang="en-US" dirty="0" err="1"/>
              <a:t>selecteren</a:t>
            </a:r>
            <a:r>
              <a:rPr lang="en-US" dirty="0"/>
              <a:t> </a:t>
            </a:r>
            <a:r>
              <a:rPr lang="en-US" dirty="0" err="1"/>
              <a:t>daarvoor</a:t>
            </a:r>
            <a:r>
              <a:rPr lang="en-US" dirty="0"/>
              <a:t> alle </a:t>
            </a:r>
            <a:r>
              <a:rPr lang="en-US" dirty="0" err="1"/>
              <a:t>verplaatsingen</a:t>
            </a:r>
            <a:r>
              <a:rPr lang="en-US" dirty="0"/>
              <a:t> van </a:t>
            </a:r>
            <a:r>
              <a:rPr lang="en-US" dirty="0" err="1"/>
              <a:t>en</a:t>
            </a:r>
            <a:r>
              <a:rPr lang="en-US" dirty="0"/>
              <a:t> </a:t>
            </a:r>
            <a:r>
              <a:rPr lang="en-US" dirty="0" err="1"/>
              <a:t>naar</a:t>
            </a:r>
            <a:r>
              <a:rPr lang="en-US" dirty="0"/>
              <a:t> </a:t>
            </a:r>
            <a:r>
              <a:rPr lang="en-US" dirty="0" err="1"/>
              <a:t>onderwijs</a:t>
            </a:r>
            <a:r>
              <a:rPr lang="en-US" dirty="0"/>
              <a:t> met de </a:t>
            </a:r>
            <a:r>
              <a:rPr lang="en-US" dirty="0" err="1"/>
              <a:t>trein</a:t>
            </a:r>
            <a:r>
              <a:rPr lang="en-US" dirty="0"/>
              <a:t> in ODiN </a:t>
            </a:r>
            <a:r>
              <a:rPr lang="en-US" dirty="0" err="1"/>
              <a:t>en</a:t>
            </a:r>
            <a:r>
              <a:rPr lang="en-US" dirty="0"/>
              <a:t> </a:t>
            </a:r>
            <a:r>
              <a:rPr lang="en-US" dirty="0" err="1"/>
              <a:t>gebruiken</a:t>
            </a:r>
            <a:r>
              <a:rPr lang="en-US" dirty="0"/>
              <a:t> </a:t>
            </a:r>
            <a:r>
              <a:rPr lang="en-US" dirty="0" err="1"/>
              <a:t>voor</a:t>
            </a:r>
            <a:r>
              <a:rPr lang="en-US" dirty="0"/>
              <a:t> </a:t>
            </a:r>
            <a:r>
              <a:rPr lang="en-US" dirty="0" err="1"/>
              <a:t>deze</a:t>
            </a:r>
            <a:r>
              <a:rPr lang="en-US" dirty="0"/>
              <a:t> </a:t>
            </a:r>
            <a:r>
              <a:rPr lang="en-US" dirty="0" err="1"/>
              <a:t>analyse</a:t>
            </a:r>
            <a:r>
              <a:rPr lang="en-US" dirty="0"/>
              <a:t> de door de respondent </a:t>
            </a:r>
            <a:r>
              <a:rPr lang="en-US" dirty="0" err="1"/>
              <a:t>opgegeven</a:t>
            </a:r>
            <a:r>
              <a:rPr lang="en-US" dirty="0"/>
              <a:t> </a:t>
            </a:r>
            <a:r>
              <a:rPr lang="en-US" dirty="0" err="1"/>
              <a:t>loopafstand</a:t>
            </a:r>
            <a:r>
              <a:rPr lang="en-US" dirty="0"/>
              <a:t> </a:t>
            </a:r>
            <a:r>
              <a:rPr lang="en-US" dirty="0" err="1"/>
              <a:t>tussen</a:t>
            </a:r>
            <a:r>
              <a:rPr lang="en-US" dirty="0"/>
              <a:t> station </a:t>
            </a:r>
            <a:r>
              <a:rPr lang="en-US" dirty="0" err="1"/>
              <a:t>en</a:t>
            </a:r>
            <a:r>
              <a:rPr lang="en-US" dirty="0"/>
              <a:t> </a:t>
            </a:r>
            <a:r>
              <a:rPr lang="en-US" dirty="0" err="1"/>
              <a:t>onderwijs</a:t>
            </a:r>
            <a:r>
              <a:rPr lang="en-US" dirty="0"/>
              <a:t>.</a:t>
            </a:r>
          </a:p>
        </p:txBody>
      </p:sp>
      <p:sp>
        <p:nvSpPr>
          <p:cNvPr id="4" name="Date Placeholder 3">
            <a:extLst>
              <a:ext uri="{FF2B5EF4-FFF2-40B4-BE49-F238E27FC236}">
                <a16:creationId xmlns:a16="http://schemas.microsoft.com/office/drawing/2014/main" id="{73582BEE-7BB6-09A8-F203-FC8A9A9B0CBB}"/>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B8671B03-2013-00DF-56FD-6E2DC1A47774}"/>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970E2FFF-5D90-BA23-A344-AFB43B0A601F}"/>
              </a:ext>
            </a:extLst>
          </p:cNvPr>
          <p:cNvSpPr>
            <a:spLocks noGrp="1"/>
          </p:cNvSpPr>
          <p:nvPr>
            <p:ph type="sldNum" sz="quarter" idx="4"/>
          </p:nvPr>
        </p:nvSpPr>
        <p:spPr/>
        <p:txBody>
          <a:bodyPr/>
          <a:lstStyle/>
          <a:p>
            <a:fld id="{30EB25C8-E9E3-4D25-B37F-35DF7D8D9C13}" type="slidenum">
              <a:rPr lang="nl-NL" smtClean="0"/>
              <a:pPr/>
              <a:t>21</a:t>
            </a:fld>
            <a:endParaRPr lang="nl-NL" dirty="0"/>
          </a:p>
        </p:txBody>
      </p:sp>
    </p:spTree>
    <p:extLst>
      <p:ext uri="{BB962C8B-B14F-4D97-AF65-F5344CB8AC3E}">
        <p14:creationId xmlns:p14="http://schemas.microsoft.com/office/powerpoint/2010/main" val="585162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9C1E2-C779-2C0B-E58C-538FDF726AD9}"/>
              </a:ext>
            </a:extLst>
          </p:cNvPr>
          <p:cNvSpPr>
            <a:spLocks noGrp="1"/>
          </p:cNvSpPr>
          <p:nvPr>
            <p:ph type="title"/>
          </p:nvPr>
        </p:nvSpPr>
        <p:spPr/>
        <p:txBody>
          <a:bodyPr/>
          <a:lstStyle/>
          <a:p>
            <a:r>
              <a:rPr lang="en-US" dirty="0" err="1"/>
              <a:t>Bepalen</a:t>
            </a:r>
            <a:r>
              <a:rPr lang="en-US" dirty="0"/>
              <a:t> modal split per </a:t>
            </a:r>
            <a:r>
              <a:rPr lang="en-US" dirty="0" err="1"/>
              <a:t>afstandsbin</a:t>
            </a:r>
            <a:endParaRPr lang="en-US" dirty="0"/>
          </a:p>
        </p:txBody>
      </p:sp>
      <p:sp>
        <p:nvSpPr>
          <p:cNvPr id="4" name="Date Placeholder 3">
            <a:extLst>
              <a:ext uri="{FF2B5EF4-FFF2-40B4-BE49-F238E27FC236}">
                <a16:creationId xmlns:a16="http://schemas.microsoft.com/office/drawing/2014/main" id="{6E889FD5-7E8C-1460-2D27-CE00B4925744}"/>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424A65EE-5C7F-03DE-8B00-57ECBC6D4B60}"/>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454A7EC5-C74C-0939-DD71-00011A28E046}"/>
              </a:ext>
            </a:extLst>
          </p:cNvPr>
          <p:cNvSpPr>
            <a:spLocks noGrp="1"/>
          </p:cNvSpPr>
          <p:nvPr>
            <p:ph type="sldNum" sz="quarter" idx="4"/>
          </p:nvPr>
        </p:nvSpPr>
        <p:spPr/>
        <p:txBody>
          <a:bodyPr/>
          <a:lstStyle/>
          <a:p>
            <a:fld id="{30EB25C8-E9E3-4D25-B37F-35DF7D8D9C13}" type="slidenum">
              <a:rPr lang="nl-NL" smtClean="0"/>
              <a:pPr/>
              <a:t>22</a:t>
            </a:fld>
            <a:endParaRPr lang="nl-NL" dirty="0"/>
          </a:p>
        </p:txBody>
      </p:sp>
      <p:sp>
        <p:nvSpPr>
          <p:cNvPr id="9" name="TextBox 8">
            <a:extLst>
              <a:ext uri="{FF2B5EF4-FFF2-40B4-BE49-F238E27FC236}">
                <a16:creationId xmlns:a16="http://schemas.microsoft.com/office/drawing/2014/main" id="{CD47D2F0-8F11-AC57-E698-2937D857A389}"/>
              </a:ext>
            </a:extLst>
          </p:cNvPr>
          <p:cNvSpPr txBox="1"/>
          <p:nvPr/>
        </p:nvSpPr>
        <p:spPr>
          <a:xfrm>
            <a:off x="7742985" y="2053326"/>
            <a:ext cx="3682251" cy="3662541"/>
          </a:xfrm>
          <a:prstGeom prst="rect">
            <a:avLst/>
          </a:prstGeom>
          <a:noFill/>
        </p:spPr>
        <p:txBody>
          <a:bodyPr wrap="square" rtlCol="0">
            <a:spAutoFit/>
          </a:bodyPr>
          <a:lstStyle/>
          <a:p>
            <a:r>
              <a:rPr lang="en-US" dirty="0"/>
              <a:t>Alle </a:t>
            </a:r>
            <a:r>
              <a:rPr lang="en-US" dirty="0" err="1"/>
              <a:t>verplaatsingen</a:t>
            </a:r>
            <a:r>
              <a:rPr lang="en-US" dirty="0"/>
              <a:t> </a:t>
            </a:r>
            <a:r>
              <a:rPr lang="en-US" dirty="0" err="1"/>
              <a:t>tussen</a:t>
            </a:r>
            <a:r>
              <a:rPr lang="en-US" dirty="0"/>
              <a:t> </a:t>
            </a:r>
            <a:r>
              <a:rPr lang="en-US" dirty="0" err="1"/>
              <a:t>onderwijs</a:t>
            </a:r>
            <a:r>
              <a:rPr lang="en-US" dirty="0"/>
              <a:t> </a:t>
            </a:r>
            <a:r>
              <a:rPr lang="en-US" dirty="0" err="1"/>
              <a:t>en</a:t>
            </a:r>
            <a:r>
              <a:rPr lang="en-US" dirty="0"/>
              <a:t> station </a:t>
            </a:r>
            <a:r>
              <a:rPr lang="en-US" dirty="0" err="1"/>
              <a:t>delen</a:t>
            </a:r>
            <a:r>
              <a:rPr lang="en-US" dirty="0"/>
              <a:t> we in in </a:t>
            </a:r>
            <a:r>
              <a:rPr lang="en-US" dirty="0" err="1"/>
              <a:t>een</a:t>
            </a:r>
            <a:r>
              <a:rPr lang="en-US" dirty="0"/>
              <a:t> </a:t>
            </a:r>
            <a:r>
              <a:rPr lang="en-US" dirty="0" err="1"/>
              <a:t>afstandsbin</a:t>
            </a:r>
            <a:r>
              <a:rPr lang="en-US" dirty="0"/>
              <a:t> (</a:t>
            </a:r>
            <a:r>
              <a:rPr lang="en-US" dirty="0" err="1"/>
              <a:t>aantallen</a:t>
            </a:r>
            <a:r>
              <a:rPr lang="en-US" dirty="0"/>
              <a:t> per bin </a:t>
            </a:r>
            <a:r>
              <a:rPr lang="en-US" dirty="0" err="1"/>
              <a:t>staan</a:t>
            </a:r>
            <a:r>
              <a:rPr lang="en-US" dirty="0"/>
              <a:t> </a:t>
            </a:r>
            <a:r>
              <a:rPr lang="en-US" dirty="0" err="1"/>
              <a:t>bovenaan</a:t>
            </a:r>
            <a:r>
              <a:rPr lang="en-US" dirty="0"/>
              <a:t>).</a:t>
            </a:r>
          </a:p>
          <a:p>
            <a:endParaRPr lang="en-US" dirty="0"/>
          </a:p>
          <a:p>
            <a:r>
              <a:rPr lang="en-US" dirty="0"/>
              <a:t>Voor </a:t>
            </a:r>
            <a:r>
              <a:rPr lang="en-US" dirty="0" err="1"/>
              <a:t>iedere</a:t>
            </a:r>
            <a:r>
              <a:rPr lang="en-US" dirty="0"/>
              <a:t> </a:t>
            </a:r>
            <a:r>
              <a:rPr lang="en-US" dirty="0" err="1"/>
              <a:t>afstandsbin</a:t>
            </a:r>
            <a:r>
              <a:rPr lang="en-US" dirty="0"/>
              <a:t> </a:t>
            </a:r>
            <a:r>
              <a:rPr lang="en-US" dirty="0" err="1"/>
              <a:t>bepalen</a:t>
            </a:r>
            <a:r>
              <a:rPr lang="en-US" dirty="0"/>
              <a:t> we de modal split van het </a:t>
            </a:r>
            <a:r>
              <a:rPr lang="en-US" dirty="0" err="1"/>
              <a:t>voor</a:t>
            </a:r>
            <a:r>
              <a:rPr lang="en-US" dirty="0"/>
              <a:t>/</a:t>
            </a:r>
            <a:r>
              <a:rPr lang="en-US" dirty="0" err="1"/>
              <a:t>natransport</a:t>
            </a:r>
            <a:r>
              <a:rPr lang="en-US" dirty="0"/>
              <a:t> </a:t>
            </a:r>
            <a:r>
              <a:rPr lang="en-US" dirty="0" err="1"/>
              <a:t>tussen</a:t>
            </a:r>
            <a:r>
              <a:rPr lang="en-US" dirty="0"/>
              <a:t> station </a:t>
            </a:r>
            <a:r>
              <a:rPr lang="en-US" dirty="0" err="1"/>
              <a:t>en</a:t>
            </a:r>
            <a:r>
              <a:rPr lang="en-US" dirty="0"/>
              <a:t> </a:t>
            </a:r>
            <a:r>
              <a:rPr lang="en-US" dirty="0" err="1"/>
              <a:t>onderwijs</a:t>
            </a:r>
            <a:r>
              <a:rPr lang="en-US" dirty="0"/>
              <a:t>. </a:t>
            </a:r>
            <a:endParaRPr lang="en-US" sz="1600" dirty="0"/>
          </a:p>
          <a:p>
            <a:endParaRPr lang="en-US" sz="1600" dirty="0"/>
          </a:p>
          <a:p>
            <a:r>
              <a:rPr lang="en-US" dirty="0"/>
              <a:t>Het </a:t>
            </a:r>
            <a:r>
              <a:rPr lang="en-US" dirty="0" err="1">
                <a:solidFill>
                  <a:srgbClr val="7030A0"/>
                </a:solidFill>
              </a:rPr>
              <a:t>aandeel</a:t>
            </a:r>
            <a:r>
              <a:rPr lang="en-US" dirty="0">
                <a:solidFill>
                  <a:srgbClr val="7030A0"/>
                </a:solidFill>
              </a:rPr>
              <a:t> </a:t>
            </a:r>
            <a:r>
              <a:rPr lang="en-US" dirty="0" err="1">
                <a:solidFill>
                  <a:srgbClr val="7030A0"/>
                </a:solidFill>
              </a:rPr>
              <a:t>lopen</a:t>
            </a:r>
            <a:r>
              <a:rPr lang="en-US" dirty="0">
                <a:solidFill>
                  <a:srgbClr val="7030A0"/>
                </a:solidFill>
              </a:rPr>
              <a:t> </a:t>
            </a:r>
            <a:r>
              <a:rPr lang="en-US" dirty="0" err="1"/>
              <a:t>neemt</a:t>
            </a:r>
            <a:r>
              <a:rPr lang="en-US" dirty="0"/>
              <a:t> </a:t>
            </a:r>
            <a:r>
              <a:rPr lang="en-US" dirty="0" err="1"/>
              <a:t>af</a:t>
            </a:r>
            <a:r>
              <a:rPr lang="en-US" dirty="0"/>
              <a:t> </a:t>
            </a:r>
            <a:r>
              <a:rPr lang="en-US" dirty="0" err="1"/>
              <a:t>bij</a:t>
            </a:r>
            <a:r>
              <a:rPr lang="en-US" dirty="0"/>
              <a:t> </a:t>
            </a:r>
            <a:r>
              <a:rPr lang="en-US" dirty="0" err="1"/>
              <a:t>een</a:t>
            </a:r>
            <a:r>
              <a:rPr lang="en-US" dirty="0"/>
              <a:t> </a:t>
            </a:r>
            <a:r>
              <a:rPr lang="en-US" dirty="0" err="1"/>
              <a:t>grotere</a:t>
            </a:r>
            <a:r>
              <a:rPr lang="en-US" dirty="0"/>
              <a:t> </a:t>
            </a:r>
            <a:r>
              <a:rPr lang="en-US" dirty="0" err="1"/>
              <a:t>afstand</a:t>
            </a:r>
            <a:r>
              <a:rPr lang="en-US" dirty="0"/>
              <a:t> </a:t>
            </a:r>
            <a:r>
              <a:rPr lang="en-US" dirty="0" err="1"/>
              <a:t>tussen</a:t>
            </a:r>
            <a:r>
              <a:rPr lang="en-US" dirty="0"/>
              <a:t> station </a:t>
            </a:r>
            <a:r>
              <a:rPr lang="en-US" dirty="0" err="1"/>
              <a:t>en</a:t>
            </a:r>
            <a:r>
              <a:rPr lang="en-US" dirty="0"/>
              <a:t> </a:t>
            </a:r>
            <a:r>
              <a:rPr lang="en-US" dirty="0" err="1"/>
              <a:t>onderwijs</a:t>
            </a:r>
            <a:r>
              <a:rPr lang="en-US" dirty="0"/>
              <a:t>.</a:t>
            </a:r>
          </a:p>
        </p:txBody>
      </p:sp>
      <p:pic>
        <p:nvPicPr>
          <p:cNvPr id="13" name="Content Placeholder 12" descr="A graph of different colored squares&#10;&#10;AI-generated content may be incorrect.">
            <a:extLst>
              <a:ext uri="{FF2B5EF4-FFF2-40B4-BE49-F238E27FC236}">
                <a16:creationId xmlns:a16="http://schemas.microsoft.com/office/drawing/2014/main" id="{443EA95B-6ADD-97EA-4812-63B4D563D0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6762" y="1649413"/>
            <a:ext cx="5685366" cy="4264025"/>
          </a:xfrm>
        </p:spPr>
      </p:pic>
    </p:spTree>
    <p:extLst>
      <p:ext uri="{BB962C8B-B14F-4D97-AF65-F5344CB8AC3E}">
        <p14:creationId xmlns:p14="http://schemas.microsoft.com/office/powerpoint/2010/main" val="2399372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83A49D1-E890-9C67-FC53-3D26566C2D38}"/>
              </a:ext>
            </a:extLst>
          </p:cNvPr>
          <p:cNvPicPr>
            <a:picLocks noChangeAspect="1"/>
          </p:cNvPicPr>
          <p:nvPr/>
        </p:nvPicPr>
        <p:blipFill>
          <a:blip r:embed="rId2"/>
          <a:stretch>
            <a:fillRect/>
          </a:stretch>
        </p:blipFill>
        <p:spPr>
          <a:xfrm>
            <a:off x="370676" y="2449810"/>
            <a:ext cx="11450648" cy="1810003"/>
          </a:xfrm>
          <a:prstGeom prst="rect">
            <a:avLst/>
          </a:prstGeom>
        </p:spPr>
      </p:pic>
      <p:sp>
        <p:nvSpPr>
          <p:cNvPr id="2" name="Rectangle 1">
            <a:extLst>
              <a:ext uri="{FF2B5EF4-FFF2-40B4-BE49-F238E27FC236}">
                <a16:creationId xmlns:a16="http://schemas.microsoft.com/office/drawing/2014/main" id="{00D58E6F-E3A8-615D-D578-10237E889B48}"/>
              </a:ext>
            </a:extLst>
          </p:cNvPr>
          <p:cNvSpPr/>
          <p:nvPr/>
        </p:nvSpPr>
        <p:spPr>
          <a:xfrm>
            <a:off x="0" y="0"/>
            <a:ext cx="12192000" cy="6858000"/>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5" name="Oval 4">
            <a:extLst>
              <a:ext uri="{FF2B5EF4-FFF2-40B4-BE49-F238E27FC236}">
                <a16:creationId xmlns:a16="http://schemas.microsoft.com/office/drawing/2014/main" id="{E987F245-CF5D-FB3D-99DC-70B8440124F6}"/>
              </a:ext>
            </a:extLst>
          </p:cNvPr>
          <p:cNvSpPr/>
          <p:nvPr/>
        </p:nvSpPr>
        <p:spPr>
          <a:xfrm>
            <a:off x="3060595" y="2930236"/>
            <a:ext cx="309838"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6" name="Oval 5">
            <a:extLst>
              <a:ext uri="{FF2B5EF4-FFF2-40B4-BE49-F238E27FC236}">
                <a16:creationId xmlns:a16="http://schemas.microsoft.com/office/drawing/2014/main" id="{C8ED2FD5-4EEA-55F9-FBA5-8E1CB8A964D7}"/>
              </a:ext>
            </a:extLst>
          </p:cNvPr>
          <p:cNvSpPr/>
          <p:nvPr/>
        </p:nvSpPr>
        <p:spPr>
          <a:xfrm>
            <a:off x="4292389" y="2927633"/>
            <a:ext cx="190185"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7" name="Oval 6">
            <a:extLst>
              <a:ext uri="{FF2B5EF4-FFF2-40B4-BE49-F238E27FC236}">
                <a16:creationId xmlns:a16="http://schemas.microsoft.com/office/drawing/2014/main" id="{2226E976-ADC9-6AE1-F385-F88DA51A51A1}"/>
              </a:ext>
            </a:extLst>
          </p:cNvPr>
          <p:cNvSpPr/>
          <p:nvPr/>
        </p:nvSpPr>
        <p:spPr>
          <a:xfrm>
            <a:off x="4477726" y="3158328"/>
            <a:ext cx="190185"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8" name="Oval 7">
            <a:extLst>
              <a:ext uri="{FF2B5EF4-FFF2-40B4-BE49-F238E27FC236}">
                <a16:creationId xmlns:a16="http://schemas.microsoft.com/office/drawing/2014/main" id="{6B37EFDF-F4DD-7333-3B17-D4AAF76AEDC9}"/>
              </a:ext>
            </a:extLst>
          </p:cNvPr>
          <p:cNvSpPr/>
          <p:nvPr/>
        </p:nvSpPr>
        <p:spPr>
          <a:xfrm>
            <a:off x="3370433" y="3158328"/>
            <a:ext cx="309838"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10" name="Oval 9">
            <a:extLst>
              <a:ext uri="{FF2B5EF4-FFF2-40B4-BE49-F238E27FC236}">
                <a16:creationId xmlns:a16="http://schemas.microsoft.com/office/drawing/2014/main" id="{27A724EE-CBAE-BCA6-9745-8E7C8B2F06E9}"/>
              </a:ext>
            </a:extLst>
          </p:cNvPr>
          <p:cNvSpPr/>
          <p:nvPr/>
        </p:nvSpPr>
        <p:spPr>
          <a:xfrm>
            <a:off x="2375424" y="3429000"/>
            <a:ext cx="309838"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11" name="Oval 10">
            <a:extLst>
              <a:ext uri="{FF2B5EF4-FFF2-40B4-BE49-F238E27FC236}">
                <a16:creationId xmlns:a16="http://schemas.microsoft.com/office/drawing/2014/main" id="{6EF92861-3871-08B4-6566-F470151B8D6D}"/>
              </a:ext>
            </a:extLst>
          </p:cNvPr>
          <p:cNvSpPr/>
          <p:nvPr/>
        </p:nvSpPr>
        <p:spPr>
          <a:xfrm>
            <a:off x="2363568" y="3625483"/>
            <a:ext cx="309838"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12" name="Oval 11">
            <a:extLst>
              <a:ext uri="{FF2B5EF4-FFF2-40B4-BE49-F238E27FC236}">
                <a16:creationId xmlns:a16="http://schemas.microsoft.com/office/drawing/2014/main" id="{E1EAE402-BEF0-7764-7EE6-9A49B55294C1}"/>
              </a:ext>
            </a:extLst>
          </p:cNvPr>
          <p:cNvSpPr/>
          <p:nvPr/>
        </p:nvSpPr>
        <p:spPr>
          <a:xfrm>
            <a:off x="3976251" y="3382895"/>
            <a:ext cx="190185"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13" name="Oval 12">
            <a:extLst>
              <a:ext uri="{FF2B5EF4-FFF2-40B4-BE49-F238E27FC236}">
                <a16:creationId xmlns:a16="http://schemas.microsoft.com/office/drawing/2014/main" id="{6F6CB545-5359-9271-F002-35EFD58BD2D8}"/>
              </a:ext>
            </a:extLst>
          </p:cNvPr>
          <p:cNvSpPr/>
          <p:nvPr/>
        </p:nvSpPr>
        <p:spPr>
          <a:xfrm>
            <a:off x="3976251" y="3625483"/>
            <a:ext cx="190185"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17" name="Oval 16">
            <a:extLst>
              <a:ext uri="{FF2B5EF4-FFF2-40B4-BE49-F238E27FC236}">
                <a16:creationId xmlns:a16="http://schemas.microsoft.com/office/drawing/2014/main" id="{13F9926D-9600-7198-73D2-2B3B5B4654AA}"/>
              </a:ext>
            </a:extLst>
          </p:cNvPr>
          <p:cNvSpPr/>
          <p:nvPr/>
        </p:nvSpPr>
        <p:spPr>
          <a:xfrm>
            <a:off x="3289824" y="4079134"/>
            <a:ext cx="309838"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18" name="Oval 17">
            <a:extLst>
              <a:ext uri="{FF2B5EF4-FFF2-40B4-BE49-F238E27FC236}">
                <a16:creationId xmlns:a16="http://schemas.microsoft.com/office/drawing/2014/main" id="{7144D481-C431-8ECA-E9BA-56DA91702486}"/>
              </a:ext>
            </a:extLst>
          </p:cNvPr>
          <p:cNvSpPr/>
          <p:nvPr/>
        </p:nvSpPr>
        <p:spPr>
          <a:xfrm>
            <a:off x="4434899" y="4071232"/>
            <a:ext cx="190185"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pic>
        <p:nvPicPr>
          <p:cNvPr id="20" name="Picture 19">
            <a:extLst>
              <a:ext uri="{FF2B5EF4-FFF2-40B4-BE49-F238E27FC236}">
                <a16:creationId xmlns:a16="http://schemas.microsoft.com/office/drawing/2014/main" id="{289E8B50-4F32-15E7-B1EA-192F5D7CBAF6}"/>
              </a:ext>
            </a:extLst>
          </p:cNvPr>
          <p:cNvPicPr>
            <a:picLocks noChangeAspect="1"/>
          </p:cNvPicPr>
          <p:nvPr/>
        </p:nvPicPr>
        <p:blipFill>
          <a:blip r:embed="rId3"/>
          <a:stretch>
            <a:fillRect/>
          </a:stretch>
        </p:blipFill>
        <p:spPr>
          <a:xfrm>
            <a:off x="421802" y="548536"/>
            <a:ext cx="2638793" cy="1352739"/>
          </a:xfrm>
          <a:prstGeom prst="rect">
            <a:avLst/>
          </a:prstGeom>
        </p:spPr>
      </p:pic>
      <p:pic>
        <p:nvPicPr>
          <p:cNvPr id="22" name="Picture 21">
            <a:extLst>
              <a:ext uri="{FF2B5EF4-FFF2-40B4-BE49-F238E27FC236}">
                <a16:creationId xmlns:a16="http://schemas.microsoft.com/office/drawing/2014/main" id="{222BDCB9-5A77-AF89-E9C8-9F00F82C8519}"/>
              </a:ext>
            </a:extLst>
          </p:cNvPr>
          <p:cNvPicPr>
            <a:picLocks noChangeAspect="1"/>
          </p:cNvPicPr>
          <p:nvPr/>
        </p:nvPicPr>
        <p:blipFill>
          <a:blip r:embed="rId4"/>
          <a:srcRect t="3627" r="9580"/>
          <a:stretch/>
        </p:blipFill>
        <p:spPr>
          <a:xfrm>
            <a:off x="3370433" y="800512"/>
            <a:ext cx="8131359" cy="403954"/>
          </a:xfrm>
          <a:prstGeom prst="rect">
            <a:avLst/>
          </a:prstGeom>
        </p:spPr>
      </p:pic>
      <p:sp>
        <p:nvSpPr>
          <p:cNvPr id="23" name="Oval 22">
            <a:extLst>
              <a:ext uri="{FF2B5EF4-FFF2-40B4-BE49-F238E27FC236}">
                <a16:creationId xmlns:a16="http://schemas.microsoft.com/office/drawing/2014/main" id="{F76360C1-C8E1-DDCF-9F5D-4AD21486F655}"/>
              </a:ext>
            </a:extLst>
          </p:cNvPr>
          <p:cNvSpPr/>
          <p:nvPr/>
        </p:nvSpPr>
        <p:spPr>
          <a:xfrm>
            <a:off x="6235804" y="1028422"/>
            <a:ext cx="190185" cy="196483"/>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24" name="TextBox 23">
            <a:extLst>
              <a:ext uri="{FF2B5EF4-FFF2-40B4-BE49-F238E27FC236}">
                <a16:creationId xmlns:a16="http://schemas.microsoft.com/office/drawing/2014/main" id="{9D18BEF7-5D7C-A12F-5982-7DD64F6B8BC0}"/>
              </a:ext>
            </a:extLst>
          </p:cNvPr>
          <p:cNvSpPr txBox="1"/>
          <p:nvPr/>
        </p:nvSpPr>
        <p:spPr>
          <a:xfrm>
            <a:off x="287166" y="5043366"/>
            <a:ext cx="9521852" cy="369332"/>
          </a:xfrm>
          <a:prstGeom prst="rect">
            <a:avLst/>
          </a:prstGeom>
          <a:noFill/>
        </p:spPr>
        <p:txBody>
          <a:bodyPr wrap="square" rtlCol="0">
            <a:spAutoFit/>
          </a:bodyPr>
          <a:lstStyle/>
          <a:p>
            <a:r>
              <a:rPr lang="en-US" dirty="0"/>
              <a:t>In de </a:t>
            </a:r>
            <a:r>
              <a:rPr lang="en-US" dirty="0" err="1"/>
              <a:t>eerste</a:t>
            </a:r>
            <a:r>
              <a:rPr lang="en-US" dirty="0"/>
              <a:t> bin van 0 tot 200 meter </a:t>
            </a:r>
            <a:r>
              <a:rPr lang="en-US" dirty="0" err="1"/>
              <a:t>zijn</a:t>
            </a:r>
            <a:r>
              <a:rPr lang="en-US" dirty="0"/>
              <a:t> 5 </a:t>
            </a:r>
            <a:r>
              <a:rPr lang="en-US" dirty="0" err="1"/>
              <a:t>waarnemingen</a:t>
            </a:r>
            <a:r>
              <a:rPr lang="en-US" dirty="0"/>
              <a:t> </a:t>
            </a:r>
            <a:r>
              <a:rPr lang="en-US" dirty="0" err="1"/>
              <a:t>voor</a:t>
            </a:r>
            <a:r>
              <a:rPr lang="en-US" dirty="0"/>
              <a:t> BTM, </a:t>
            </a:r>
            <a:r>
              <a:rPr lang="en-US" dirty="0" err="1"/>
              <a:t>deze</a:t>
            </a:r>
            <a:r>
              <a:rPr lang="en-US" dirty="0"/>
              <a:t> </a:t>
            </a:r>
            <a:r>
              <a:rPr lang="en-US" dirty="0" err="1"/>
              <a:t>lijken</a:t>
            </a:r>
            <a:r>
              <a:rPr lang="en-US" dirty="0"/>
              <a:t> </a:t>
            </a:r>
            <a:r>
              <a:rPr lang="en-US" dirty="0" err="1"/>
              <a:t>onlogisch</a:t>
            </a:r>
            <a:endParaRPr lang="en-US" dirty="0"/>
          </a:p>
        </p:txBody>
      </p:sp>
      <p:sp>
        <p:nvSpPr>
          <p:cNvPr id="25" name="Oval 24">
            <a:extLst>
              <a:ext uri="{FF2B5EF4-FFF2-40B4-BE49-F238E27FC236}">
                <a16:creationId xmlns:a16="http://schemas.microsoft.com/office/drawing/2014/main" id="{1BEE6818-EF0C-1751-6D17-C5A85B39F31D}"/>
              </a:ext>
            </a:extLst>
          </p:cNvPr>
          <p:cNvSpPr/>
          <p:nvPr/>
        </p:nvSpPr>
        <p:spPr>
          <a:xfrm>
            <a:off x="4744221" y="3857630"/>
            <a:ext cx="500354" cy="196483"/>
          </a:xfrm>
          <a:prstGeom prst="ellipse">
            <a:avLst/>
          </a:prstGeom>
          <a:noFill/>
          <a:ln>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
        <p:nvSpPr>
          <p:cNvPr id="26" name="Oval 25">
            <a:extLst>
              <a:ext uri="{FF2B5EF4-FFF2-40B4-BE49-F238E27FC236}">
                <a16:creationId xmlns:a16="http://schemas.microsoft.com/office/drawing/2014/main" id="{4CA4D1E4-9B22-2476-FAE9-64D43582F652}"/>
              </a:ext>
            </a:extLst>
          </p:cNvPr>
          <p:cNvSpPr/>
          <p:nvPr/>
        </p:nvSpPr>
        <p:spPr>
          <a:xfrm>
            <a:off x="5735450" y="4063330"/>
            <a:ext cx="500354" cy="196483"/>
          </a:xfrm>
          <a:prstGeom prst="ellipse">
            <a:avLst/>
          </a:prstGeom>
          <a:noFill/>
          <a:ln>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err="1"/>
          </a:p>
        </p:txBody>
      </p:sp>
    </p:spTree>
    <p:extLst>
      <p:ext uri="{BB962C8B-B14F-4D97-AF65-F5344CB8AC3E}">
        <p14:creationId xmlns:p14="http://schemas.microsoft.com/office/powerpoint/2010/main" val="3801247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9AFD2-EEDA-B088-E054-EF9F319D70B4}"/>
              </a:ext>
            </a:extLst>
          </p:cNvPr>
          <p:cNvSpPr>
            <a:spLocks noGrp="1"/>
          </p:cNvSpPr>
          <p:nvPr>
            <p:ph type="title"/>
          </p:nvPr>
        </p:nvSpPr>
        <p:spPr/>
        <p:txBody>
          <a:bodyPr/>
          <a:lstStyle/>
          <a:p>
            <a:r>
              <a:rPr lang="en-US" dirty="0"/>
              <a:t>Schatten </a:t>
            </a:r>
            <a:r>
              <a:rPr lang="en-US" dirty="0" err="1"/>
              <a:t>functie</a:t>
            </a:r>
            <a:r>
              <a:rPr lang="en-US" dirty="0"/>
              <a:t> – </a:t>
            </a:r>
            <a:r>
              <a:rPr lang="en-US" dirty="0" err="1"/>
              <a:t>aandeel</a:t>
            </a:r>
            <a:r>
              <a:rPr lang="en-US" dirty="0"/>
              <a:t> </a:t>
            </a:r>
            <a:r>
              <a:rPr lang="en-US" dirty="0" err="1"/>
              <a:t>lopen</a:t>
            </a:r>
            <a:r>
              <a:rPr lang="en-US" dirty="0"/>
              <a:t> </a:t>
            </a:r>
            <a:r>
              <a:rPr lang="en-US" dirty="0" err="1"/>
              <a:t>naar</a:t>
            </a:r>
            <a:r>
              <a:rPr lang="en-US" dirty="0"/>
              <a:t> </a:t>
            </a:r>
            <a:r>
              <a:rPr lang="en-US" dirty="0" err="1"/>
              <a:t>afstand</a:t>
            </a:r>
            <a:endParaRPr lang="en-US" dirty="0"/>
          </a:p>
        </p:txBody>
      </p:sp>
      <p:sp>
        <p:nvSpPr>
          <p:cNvPr id="4" name="Date Placeholder 3">
            <a:extLst>
              <a:ext uri="{FF2B5EF4-FFF2-40B4-BE49-F238E27FC236}">
                <a16:creationId xmlns:a16="http://schemas.microsoft.com/office/drawing/2014/main" id="{B05BA7F1-5954-FC20-499A-D51EF302C9BD}"/>
              </a:ext>
            </a:extLst>
          </p:cNvPr>
          <p:cNvSpPr>
            <a:spLocks noGrp="1"/>
          </p:cNvSpPr>
          <p:nvPr>
            <p:ph type="dt" sz="half" idx="10"/>
          </p:nvPr>
        </p:nvSpPr>
        <p:spPr/>
        <p:txBody>
          <a:bodyPr/>
          <a:lstStyle/>
          <a:p>
            <a:r>
              <a:rPr lang="nl-NL"/>
              <a:t>d mnd jaar</a:t>
            </a:r>
            <a:endParaRPr lang="nl-NL" dirty="0"/>
          </a:p>
        </p:txBody>
      </p:sp>
      <p:sp>
        <p:nvSpPr>
          <p:cNvPr id="5" name="Footer Placeholder 4">
            <a:extLst>
              <a:ext uri="{FF2B5EF4-FFF2-40B4-BE49-F238E27FC236}">
                <a16:creationId xmlns:a16="http://schemas.microsoft.com/office/drawing/2014/main" id="{110A48D3-5794-F677-32C3-7E387BABAC22}"/>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EFCDD76C-BB18-9D39-309D-5B0F420D37BC}"/>
              </a:ext>
            </a:extLst>
          </p:cNvPr>
          <p:cNvSpPr>
            <a:spLocks noGrp="1"/>
          </p:cNvSpPr>
          <p:nvPr>
            <p:ph type="sldNum" sz="quarter" idx="4"/>
          </p:nvPr>
        </p:nvSpPr>
        <p:spPr/>
        <p:txBody>
          <a:bodyPr/>
          <a:lstStyle/>
          <a:p>
            <a:fld id="{30EB25C8-E9E3-4D25-B37F-35DF7D8D9C13}" type="slidenum">
              <a:rPr lang="nl-NL" smtClean="0"/>
              <a:pPr/>
              <a:t>24</a:t>
            </a:fld>
            <a:endParaRPr lang="nl-NL" dirty="0"/>
          </a:p>
        </p:txBody>
      </p:sp>
      <p:pic>
        <p:nvPicPr>
          <p:cNvPr id="10" name="Picture 9" descr="A graph of different colored lines&#10;&#10;AI-generated content may be incorrect.">
            <a:extLst>
              <a:ext uri="{FF2B5EF4-FFF2-40B4-BE49-F238E27FC236}">
                <a16:creationId xmlns:a16="http://schemas.microsoft.com/office/drawing/2014/main" id="{F0679727-92F8-69C4-4EC6-69148E937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1415" y="4498468"/>
            <a:ext cx="2042584" cy="1531938"/>
          </a:xfrm>
          <a:prstGeom prst="rect">
            <a:avLst/>
          </a:prstGeom>
        </p:spPr>
      </p:pic>
      <p:sp>
        <p:nvSpPr>
          <p:cNvPr id="17" name="TextBox 16">
            <a:extLst>
              <a:ext uri="{FF2B5EF4-FFF2-40B4-BE49-F238E27FC236}">
                <a16:creationId xmlns:a16="http://schemas.microsoft.com/office/drawing/2014/main" id="{87F35884-AEFC-E503-2446-2027967B982F}"/>
              </a:ext>
            </a:extLst>
          </p:cNvPr>
          <p:cNvSpPr txBox="1"/>
          <p:nvPr/>
        </p:nvSpPr>
        <p:spPr>
          <a:xfrm>
            <a:off x="6838123" y="2053326"/>
            <a:ext cx="4587114" cy="2062103"/>
          </a:xfrm>
          <a:prstGeom prst="rect">
            <a:avLst/>
          </a:prstGeom>
          <a:noFill/>
        </p:spPr>
        <p:txBody>
          <a:bodyPr wrap="square" rtlCol="0">
            <a:spAutoFit/>
          </a:bodyPr>
          <a:lstStyle/>
          <a:p>
            <a:r>
              <a:rPr lang="en-US" sz="1600" dirty="0"/>
              <a:t>In </a:t>
            </a:r>
            <a:r>
              <a:rPr lang="en-US" sz="1600" dirty="0" err="1"/>
              <a:t>deze</a:t>
            </a:r>
            <a:r>
              <a:rPr lang="en-US" sz="1600" dirty="0"/>
              <a:t> </a:t>
            </a:r>
            <a:r>
              <a:rPr lang="en-US" sz="1600" dirty="0" err="1"/>
              <a:t>grafiek</a:t>
            </a:r>
            <a:r>
              <a:rPr lang="en-US" sz="1600" dirty="0"/>
              <a:t> is het midden van </a:t>
            </a:r>
            <a:r>
              <a:rPr lang="en-US" sz="1600" dirty="0" err="1"/>
              <a:t>iedere</a:t>
            </a:r>
            <a:r>
              <a:rPr lang="en-US" sz="1600" dirty="0"/>
              <a:t> bin </a:t>
            </a:r>
            <a:r>
              <a:rPr lang="en-US" sz="1600" dirty="0" err="1"/>
              <a:t>geplot</a:t>
            </a:r>
            <a:r>
              <a:rPr lang="en-US" sz="1600" dirty="0"/>
              <a:t> </a:t>
            </a:r>
            <a:r>
              <a:rPr lang="en-US" sz="1600" dirty="0" err="1"/>
              <a:t>tegen</a:t>
            </a:r>
            <a:r>
              <a:rPr lang="en-US" sz="1600" dirty="0"/>
              <a:t> het </a:t>
            </a:r>
            <a:r>
              <a:rPr lang="en-US" sz="1600" dirty="0" err="1"/>
              <a:t>bijbehorende</a:t>
            </a:r>
            <a:r>
              <a:rPr lang="en-US" sz="1600" dirty="0"/>
              <a:t> </a:t>
            </a:r>
            <a:r>
              <a:rPr lang="en-US" sz="1600" dirty="0" err="1"/>
              <a:t>aandeel</a:t>
            </a:r>
            <a:r>
              <a:rPr lang="en-US" sz="1600" dirty="0"/>
              <a:t> </a:t>
            </a:r>
            <a:r>
              <a:rPr lang="en-US" sz="1600" dirty="0" err="1"/>
              <a:t>studenten</a:t>
            </a:r>
            <a:r>
              <a:rPr lang="en-US" sz="1600" dirty="0"/>
              <a:t> </a:t>
            </a:r>
            <a:r>
              <a:rPr lang="en-US" sz="1600" dirty="0" err="1"/>
              <a:t>dat</a:t>
            </a:r>
            <a:r>
              <a:rPr lang="en-US" sz="1600" dirty="0"/>
              <a:t> </a:t>
            </a:r>
            <a:r>
              <a:rPr lang="en-US" sz="1600" dirty="0" err="1"/>
              <a:t>loopt</a:t>
            </a:r>
            <a:r>
              <a:rPr lang="en-US" sz="1600" dirty="0"/>
              <a:t> </a:t>
            </a:r>
            <a:r>
              <a:rPr lang="en-US" sz="1600" dirty="0" err="1"/>
              <a:t>tussen</a:t>
            </a:r>
            <a:r>
              <a:rPr lang="en-US" sz="1600" dirty="0"/>
              <a:t> station </a:t>
            </a:r>
            <a:r>
              <a:rPr lang="en-US" sz="1600" dirty="0" err="1"/>
              <a:t>en</a:t>
            </a:r>
            <a:r>
              <a:rPr lang="en-US" sz="1600" dirty="0"/>
              <a:t> </a:t>
            </a:r>
            <a:r>
              <a:rPr lang="en-US" sz="1600" dirty="0" err="1"/>
              <a:t>onderwijs</a:t>
            </a:r>
            <a:r>
              <a:rPr lang="en-US" sz="1600" dirty="0"/>
              <a:t>.</a:t>
            </a:r>
          </a:p>
          <a:p>
            <a:endParaRPr lang="en-US" sz="1600" dirty="0"/>
          </a:p>
          <a:p>
            <a:r>
              <a:rPr lang="en-US" sz="1600" dirty="0"/>
              <a:t>Door de </a:t>
            </a:r>
            <a:r>
              <a:rPr lang="en-US" sz="1600" dirty="0" err="1"/>
              <a:t>punten</a:t>
            </a:r>
            <a:r>
              <a:rPr lang="en-US" sz="1600" dirty="0"/>
              <a:t> </a:t>
            </a:r>
            <a:r>
              <a:rPr lang="en-US" sz="1600" dirty="0" err="1"/>
              <a:t>hebben</a:t>
            </a:r>
            <a:r>
              <a:rPr lang="en-US" sz="1600" dirty="0"/>
              <a:t> we </a:t>
            </a:r>
            <a:r>
              <a:rPr lang="en-US" sz="1600" dirty="0" err="1"/>
              <a:t>een</a:t>
            </a:r>
            <a:r>
              <a:rPr lang="en-US" sz="1600" dirty="0"/>
              <a:t> gaussian </a:t>
            </a:r>
            <a:r>
              <a:rPr lang="en-US" sz="1600" dirty="0" err="1"/>
              <a:t>functie</a:t>
            </a:r>
            <a:r>
              <a:rPr lang="en-US" sz="1600" dirty="0"/>
              <a:t> </a:t>
            </a:r>
            <a:r>
              <a:rPr lang="en-US" sz="1600" dirty="0" err="1"/>
              <a:t>gefit</a:t>
            </a:r>
            <a:r>
              <a:rPr lang="en-US" sz="1600" dirty="0"/>
              <a:t>. </a:t>
            </a:r>
            <a:r>
              <a:rPr lang="en-US" sz="1600" dirty="0" err="1"/>
              <a:t>Deze</a:t>
            </a:r>
            <a:r>
              <a:rPr lang="en-US" sz="1600" dirty="0"/>
              <a:t> </a:t>
            </a:r>
            <a:r>
              <a:rPr lang="en-US" sz="1600" dirty="0" err="1"/>
              <a:t>functie</a:t>
            </a:r>
            <a:r>
              <a:rPr lang="en-US" sz="1600" dirty="0"/>
              <a:t> </a:t>
            </a:r>
            <a:r>
              <a:rPr lang="en-US" sz="1600" dirty="0" err="1"/>
              <a:t>beschrijft</a:t>
            </a:r>
            <a:r>
              <a:rPr lang="en-US" sz="1600" dirty="0"/>
              <a:t> het </a:t>
            </a:r>
            <a:r>
              <a:rPr lang="en-US" sz="1600" dirty="0" err="1"/>
              <a:t>aandeel</a:t>
            </a:r>
            <a:r>
              <a:rPr lang="en-US" sz="1600" dirty="0"/>
              <a:t> </a:t>
            </a:r>
            <a:r>
              <a:rPr lang="en-US" sz="1600" dirty="0" err="1"/>
              <a:t>lopen</a:t>
            </a:r>
            <a:r>
              <a:rPr lang="en-US" sz="1600" dirty="0"/>
              <a:t> </a:t>
            </a:r>
            <a:r>
              <a:rPr lang="en-US" sz="1600" dirty="0" err="1"/>
              <a:t>afhankelijk</a:t>
            </a:r>
            <a:r>
              <a:rPr lang="en-US" sz="1600" dirty="0"/>
              <a:t> van de </a:t>
            </a:r>
            <a:r>
              <a:rPr lang="en-US" sz="1600" dirty="0" err="1"/>
              <a:t>afstand</a:t>
            </a:r>
            <a:r>
              <a:rPr lang="en-US" sz="1600" dirty="0"/>
              <a:t> </a:t>
            </a:r>
            <a:r>
              <a:rPr lang="en-US" sz="1600" dirty="0" err="1"/>
              <a:t>tussen</a:t>
            </a:r>
            <a:r>
              <a:rPr lang="en-US" sz="1600" dirty="0"/>
              <a:t> station </a:t>
            </a:r>
            <a:r>
              <a:rPr lang="en-US" sz="1600" dirty="0" err="1"/>
              <a:t>en</a:t>
            </a:r>
            <a:r>
              <a:rPr lang="en-US" sz="1600" dirty="0"/>
              <a:t> </a:t>
            </a:r>
            <a:r>
              <a:rPr lang="en-US" sz="1600" dirty="0" err="1"/>
              <a:t>onderwijs</a:t>
            </a:r>
            <a:r>
              <a:rPr lang="en-US" sz="1600" dirty="0"/>
              <a:t>.</a:t>
            </a:r>
          </a:p>
        </p:txBody>
      </p:sp>
      <p:pic>
        <p:nvPicPr>
          <p:cNvPr id="21" name="Content Placeholder 20" descr="A graph of a line&#10;&#10;AI-generated content may be incorrect.">
            <a:extLst>
              <a:ext uri="{FF2B5EF4-FFF2-40B4-BE49-F238E27FC236}">
                <a16:creationId xmlns:a16="http://schemas.microsoft.com/office/drawing/2014/main" id="{28F82951-E861-5E3B-06D2-90F38840A3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88001" y="1649413"/>
            <a:ext cx="5685366" cy="4264025"/>
          </a:xfrm>
        </p:spPr>
      </p:pic>
    </p:spTree>
    <p:extLst>
      <p:ext uri="{BB962C8B-B14F-4D97-AF65-F5344CB8AC3E}">
        <p14:creationId xmlns:p14="http://schemas.microsoft.com/office/powerpoint/2010/main" val="3110692879"/>
      </p:ext>
    </p:extLst>
  </p:cSld>
  <p:clrMapOvr>
    <a:masterClrMapping/>
  </p:clrMapOvr>
</p:sld>
</file>

<file path=ppt/theme/theme1.xml><?xml version="1.0" encoding="utf-8"?>
<a:theme xmlns:a="http://schemas.openxmlformats.org/drawingml/2006/main" name="Goudappel">
  <a:themeElements>
    <a:clrScheme name="Goudappel">
      <a:dk1>
        <a:srgbClr val="1D1D1D"/>
      </a:dk1>
      <a:lt1>
        <a:srgbClr val="FFFFFF"/>
      </a:lt1>
      <a:dk2>
        <a:srgbClr val="1D1D1D"/>
      </a:dk2>
      <a:lt2>
        <a:srgbClr val="FFFFFF"/>
      </a:lt2>
      <a:accent1>
        <a:srgbClr val="E6005B"/>
      </a:accent1>
      <a:accent2>
        <a:srgbClr val="E8E7E8"/>
      </a:accent2>
      <a:accent3>
        <a:srgbClr val="4A5159"/>
      </a:accent3>
      <a:accent4>
        <a:srgbClr val="0097FF"/>
      </a:accent4>
      <a:accent5>
        <a:srgbClr val="53B151"/>
      </a:accent5>
      <a:accent6>
        <a:srgbClr val="FDC300"/>
      </a:accent6>
      <a:hlink>
        <a:srgbClr val="E6005B"/>
      </a:hlink>
      <a:folHlink>
        <a:srgbClr val="E6005B"/>
      </a:folHlink>
    </a:clrScheme>
    <a:fontScheme name="Goudappel">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Goudappel Groep - Goudappel Leeg.potx" id="{427EA5AC-B4D3-4DBC-BC1A-F43FF7F7CF59}" vid="{6B8D3A91-4B58-4E33-9367-031D4B6A5FEF}"/>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A9CEB95CEA764A80F0A26B62EDF0AD" ma:contentTypeVersion="12" ma:contentTypeDescription="Een nieuw document maken." ma:contentTypeScope="" ma:versionID="0c49ee14921152bee52cd87a92c53068">
  <xsd:schema xmlns:xsd="http://www.w3.org/2001/XMLSchema" xmlns:xs="http://www.w3.org/2001/XMLSchema" xmlns:p="http://schemas.microsoft.com/office/2006/metadata/properties" xmlns:ns2="1fbeb727-48fe-49e5-a7c1-c42d3f43a417" xmlns:ns3="b73ea694-2b74-49a5-99ae-ff7b6b21a7f6" targetNamespace="http://schemas.microsoft.com/office/2006/metadata/properties" ma:root="true" ma:fieldsID="190da056f3840ad7b4675b264116e90e" ns2:_="" ns3:_="">
    <xsd:import namespace="1fbeb727-48fe-49e5-a7c1-c42d3f43a417"/>
    <xsd:import namespace="b73ea694-2b74-49a5-99ae-ff7b6b21a7f6"/>
    <xsd:element name="properties">
      <xsd:complexType>
        <xsd:sequence>
          <xsd:element name="documentManagement">
            <xsd:complexType>
              <xsd:all>
                <xsd:element ref="ns2:_Order"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beb727-48fe-49e5-a7c1-c42d3f43a417" elementFormDefault="qualified">
    <xsd:import namespace="http://schemas.microsoft.com/office/2006/documentManagement/types"/>
    <xsd:import namespace="http://schemas.microsoft.com/office/infopath/2007/PartnerControls"/>
    <xsd:element name="_Order" ma:index="8" nillable="true" ma:displayName="_Order" ma:format="Dropdown" ma:internalName="_Order" ma:percentage="FALSE">
      <xsd:simpleType>
        <xsd:restriction base="dms:Number"/>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Afbeeldingtags" ma:readOnly="false" ma:fieldId="{5cf76f15-5ced-4ddc-b409-7134ff3c332f}" ma:taxonomyMulti="true" ma:sspId="22057ba6-a453-4d7b-8eab-9ed7f693c8cb"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3ea694-2b74-49a5-99ae-ff7b6b21a7f6"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f719bee5-ab8a-4cac-858e-51cdbd3e5b22}" ma:internalName="TaxCatchAll" ma:showField="CatchAllData" ma:web="b73ea694-2b74-49a5-99ae-ff7b6b21a7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fbeb727-48fe-49e5-a7c1-c42d3f43a417">
      <Terms xmlns="http://schemas.microsoft.com/office/infopath/2007/PartnerControls"/>
    </lcf76f155ced4ddcb4097134ff3c332f>
    <_Order xmlns="1fbeb727-48fe-49e5-a7c1-c42d3f43a417" xsi:nil="true"/>
    <TaxCatchAll xmlns="b73ea694-2b74-49a5-99ae-ff7b6b21a7f6" xsi:nil="true"/>
  </documentManagement>
</p:properties>
</file>

<file path=customXml/itemProps1.xml><?xml version="1.0" encoding="utf-8"?>
<ds:datastoreItem xmlns:ds="http://schemas.openxmlformats.org/officeDocument/2006/customXml" ds:itemID="{46BC830D-02DA-4316-84E5-EE68CCE5894B}"/>
</file>

<file path=customXml/itemProps2.xml><?xml version="1.0" encoding="utf-8"?>
<ds:datastoreItem xmlns:ds="http://schemas.openxmlformats.org/officeDocument/2006/customXml" ds:itemID="{15F870EB-DC8F-43B1-B521-555D21944832}">
  <ds:schemaRefs>
    <ds:schemaRef ds:uri="http://schemas.microsoft.com/sharepoint/v3/contenttype/forms"/>
  </ds:schemaRefs>
</ds:datastoreItem>
</file>

<file path=customXml/itemProps3.xml><?xml version="1.0" encoding="utf-8"?>
<ds:datastoreItem xmlns:ds="http://schemas.openxmlformats.org/officeDocument/2006/customXml" ds:itemID="{53D9EE94-C872-4984-9A0F-0908D5EFD713}">
  <ds:schemaRefs>
    <ds:schemaRef ds:uri="http://schemas.microsoft.com/office/2006/metadata/properties"/>
    <ds:schemaRef ds:uri="http://schemas.microsoft.com/office/infopath/2007/PartnerControls"/>
    <ds:schemaRef ds:uri="1fbeb727-48fe-49e5-a7c1-c42d3f43a417"/>
    <ds:schemaRef ds:uri="b73ea694-2b74-49a5-99ae-ff7b6b21a7f6"/>
  </ds:schemaRefs>
</ds:datastoreItem>
</file>

<file path=docMetadata/LabelInfo.xml><?xml version="1.0" encoding="utf-8"?>
<clbl:labelList xmlns:clbl="http://schemas.microsoft.com/office/2020/mipLabelMetadata">
  <clbl:label id="{07174a57-6158-4475-9f62-9d79dd63f0d3}" enabled="1" method="Standard" siteId="{b80d895d-b11e-4195-a87a-5a846c60401a}" contentBits="0" removed="0"/>
</clbl:labelList>
</file>

<file path=docProps/app.xml><?xml version="1.0" encoding="utf-8"?>
<Properties xmlns="http://schemas.openxmlformats.org/officeDocument/2006/extended-properties" xmlns:vt="http://schemas.openxmlformats.org/officeDocument/2006/docPropsVTypes">
  <Template>Goudappel Groep - Goudappel Leeg</Template>
  <TotalTime>3123</TotalTime>
  <Words>1236</Words>
  <Application>Microsoft Office PowerPoint</Application>
  <PresentationFormat>Widescreen</PresentationFormat>
  <Paragraphs>107</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Segoe UI</vt:lpstr>
      <vt:lpstr>Segoe UI Light</vt:lpstr>
      <vt:lpstr>Goudappel</vt:lpstr>
      <vt:lpstr>PowerPoint Presentation</vt:lpstr>
      <vt:lpstr>Loopstromen  station &amp; onderwijs</vt:lpstr>
      <vt:lpstr>Aanpak</vt:lpstr>
      <vt:lpstr>1. Aandeel studenten dat met de trein komt</vt:lpstr>
      <vt:lpstr>Type onderwijsinstelling(en) per postcode</vt:lpstr>
      <vt:lpstr>Dichtsbijzijnde station per postcode</vt:lpstr>
      <vt:lpstr>Hemelsbrede afstand station-onderwijs</vt:lpstr>
      <vt:lpstr>Ophoging hemelsbrede afstand </vt:lpstr>
      <vt:lpstr> </vt:lpstr>
      <vt:lpstr>Bepalen modal split per afstandsbin</vt:lpstr>
      <vt:lpstr>Schatten functie – aandeel trein naar afstand</vt:lpstr>
      <vt:lpstr>PowerPoint Presentation</vt:lpstr>
      <vt:lpstr>PowerPoint Presentation</vt:lpstr>
      <vt:lpstr>Verifiëren functie</vt:lpstr>
      <vt:lpstr>Afhankelijkheid van type onderwijslocatie</vt:lpstr>
      <vt:lpstr>PowerPoint Presentation</vt:lpstr>
      <vt:lpstr>PowerPoint Presentation</vt:lpstr>
      <vt:lpstr>PowerPoint Presentation</vt:lpstr>
      <vt:lpstr>PowerPoint Presentation</vt:lpstr>
      <vt:lpstr>Afhankelijkheid van aantal inuitstappers</vt:lpstr>
      <vt:lpstr>2. Aandeel voor/natransport lopen (station-onderwijs)</vt:lpstr>
      <vt:lpstr>Bepalen modal split per afstandsbin</vt:lpstr>
      <vt:lpstr>PowerPoint Presentation</vt:lpstr>
      <vt:lpstr>Schatten functie – aandeel lopen naar afstand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Bernike Rijksen</dc:creator>
  <cp:lastModifiedBy>Bernike Rijksen</cp:lastModifiedBy>
  <cp:revision>1</cp:revision>
  <dcterms:created xsi:type="dcterms:W3CDTF">2025-04-16T11:25:16Z</dcterms:created>
  <dcterms:modified xsi:type="dcterms:W3CDTF">2025-04-29T13:58:26Z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0x0101008BA9CEB95CEA764A80F0A26B62EDF0AD</vt:lpwstr>
  </property>
  <property fmtid="{D5CDD505-2E9C-101B-9397-08002B2CF9AE}" pid="3" name="MediaServiceImageTags">
    <vt:lpwstr/>
  </property>
</Properties>
</file>